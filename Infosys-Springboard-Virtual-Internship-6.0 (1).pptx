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4630400" cy="82296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2.jpeg"/><Relationship Id="rId5" Type="http://schemas.openxmlformats.org/officeDocument/2006/relationships/image" Target="../media/image3.jpeg"/><Relationship Id="rId6" Type="http://schemas.openxmlformats.org/officeDocument/2006/relationships/image" Target="../media/image3.jpe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 object 16" hidden="1"/>
          <p:cNvSpPr/>
          <p:nvPr/>
        </p:nvSpPr>
        <p:spPr>
          <a:xfrm>
            <a:off x="0" y="0"/>
            <a:ext cx="14630040" cy="8229240"/>
          </a:xfrm>
          <a:custGeom>
            <a:avLst/>
            <a:gdLst>
              <a:gd name="textAreaLeft" fmla="*/ 0 w 14630040"/>
              <a:gd name="textAreaRight" fmla="*/ 14630400 w 14630040"/>
              <a:gd name="textAreaTop" fmla="*/ 0 h 8229240"/>
              <a:gd name="textAreaBottom" fmla="*/ 8229600 h 8229240"/>
            </a:gdLst>
            <a:ahLst/>
            <a:cxnLst/>
            <a:rect l="textAreaLeft" t="textAreaTop" r="textAreaRight" b="textAreaBottom"/>
            <a:pathLst>
              <a:path w="14630400" h="82296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09151A">
              <a:alpha val="9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" name="bg object 17" hidden="1"/>
          <p:cNvPicPr/>
          <p:nvPr/>
        </p:nvPicPr>
        <p:blipFill>
          <a:blip r:embed="rId2"/>
          <a:stretch/>
        </p:blipFill>
        <p:spPr>
          <a:xfrm>
            <a:off x="12838320" y="7751160"/>
            <a:ext cx="172476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bg object 16"/>
          <p:cNvSpPr/>
          <p:nvPr/>
        </p:nvSpPr>
        <p:spPr>
          <a:xfrm>
            <a:off x="0" y="0"/>
            <a:ext cx="14630040" cy="8229240"/>
          </a:xfrm>
          <a:custGeom>
            <a:avLst/>
            <a:gdLst>
              <a:gd name="textAreaLeft" fmla="*/ 0 w 14630040"/>
              <a:gd name="textAreaRight" fmla="*/ 14630400 w 14630040"/>
              <a:gd name="textAreaTop" fmla="*/ 0 h 8229240"/>
              <a:gd name="textAreaBottom" fmla="*/ 8229600 h 8229240"/>
            </a:gdLst>
            <a:ahLst/>
            <a:cxnLst/>
            <a:rect l="textAreaLeft" t="textAreaTop" r="textAreaRight" b="textAreaBottom"/>
            <a:pathLst>
              <a:path w="14630400" h="82296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09151A">
              <a:alpha val="9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" name="bg object 17"/>
          <p:cNvPicPr/>
          <p:nvPr/>
        </p:nvPicPr>
        <p:blipFill>
          <a:blip r:embed="rId3"/>
          <a:stretch/>
        </p:blipFill>
        <p:spPr>
          <a:xfrm>
            <a:off x="12838320" y="7751160"/>
            <a:ext cx="1724760" cy="411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" name="bg object 18"/>
          <p:cNvPicPr/>
          <p:nvPr/>
        </p:nvPicPr>
        <p:blipFill>
          <a:blip r:embed="rId4"/>
          <a:stretch/>
        </p:blipFill>
        <p:spPr>
          <a:xfrm>
            <a:off x="9144000" y="0"/>
            <a:ext cx="5486040" cy="8229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" name="bg object 19"/>
          <p:cNvPicPr/>
          <p:nvPr/>
        </p:nvPicPr>
        <p:blipFill>
          <a:blip r:embed="rId5"/>
          <a:stretch/>
        </p:blipFill>
        <p:spPr>
          <a:xfrm>
            <a:off x="12179160" y="7596360"/>
            <a:ext cx="2439720" cy="340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" name="bg object 20"/>
          <p:cNvPicPr/>
          <p:nvPr/>
        </p:nvPicPr>
        <p:blipFill>
          <a:blip r:embed="rId6"/>
          <a:stretch/>
        </p:blipFill>
        <p:spPr>
          <a:xfrm>
            <a:off x="12179160" y="7863120"/>
            <a:ext cx="2439720" cy="340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007640" y="2876760"/>
            <a:ext cx="6826680" cy="52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en-IN" sz="345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IN" sz="34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IN" sz="345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ftr" idx="1"/>
          </p:nvPr>
        </p:nvSpPr>
        <p:spPr>
          <a:xfrm>
            <a:off x="4974480" y="7653600"/>
            <a:ext cx="4681440" cy="411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2"/>
          </p:nvPr>
        </p:nvSpPr>
        <p:spPr>
          <a:xfrm>
            <a:off x="731520" y="7653600"/>
            <a:ext cx="3364560" cy="411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sldNum" idx="3"/>
          </p:nvPr>
        </p:nvSpPr>
        <p:spPr>
          <a:xfrm>
            <a:off x="10533960" y="7653600"/>
            <a:ext cx="3364560" cy="411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IN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7BB1F2B-2644-424D-A7F7-8325B7115A68}" type="slidenum">
              <a:rPr lang="en-IN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g object 16"/>
          <p:cNvSpPr/>
          <p:nvPr/>
        </p:nvSpPr>
        <p:spPr>
          <a:xfrm>
            <a:off x="0" y="0"/>
            <a:ext cx="14630040" cy="8229240"/>
          </a:xfrm>
          <a:custGeom>
            <a:avLst/>
            <a:gdLst>
              <a:gd name="textAreaLeft" fmla="*/ 0 w 14630040"/>
              <a:gd name="textAreaRight" fmla="*/ 14630400 w 14630040"/>
              <a:gd name="textAreaTop" fmla="*/ 0 h 8229240"/>
              <a:gd name="textAreaBottom" fmla="*/ 8229600 h 8229240"/>
            </a:gdLst>
            <a:ahLst/>
            <a:cxnLst/>
            <a:rect l="textAreaLeft" t="textAreaTop" r="textAreaRight" b="textAreaBottom"/>
            <a:pathLst>
              <a:path w="14630400" h="82296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09151A">
              <a:alpha val="9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" name="bg object 17"/>
          <p:cNvPicPr/>
          <p:nvPr/>
        </p:nvPicPr>
        <p:blipFill>
          <a:blip r:embed="rId2"/>
          <a:stretch/>
        </p:blipFill>
        <p:spPr>
          <a:xfrm>
            <a:off x="12838320" y="7751160"/>
            <a:ext cx="172476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93720" y="442440"/>
            <a:ext cx="13242240" cy="169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IN" sz="345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IN" sz="34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IN" sz="345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7327080" y="2057760"/>
            <a:ext cx="6111000" cy="5285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572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9144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3716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8288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286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7432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ftr" idx="4"/>
          </p:nvPr>
        </p:nvSpPr>
        <p:spPr>
          <a:xfrm>
            <a:off x="4974480" y="7653600"/>
            <a:ext cx="4681440" cy="411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dt" idx="5"/>
          </p:nvPr>
        </p:nvSpPr>
        <p:spPr>
          <a:xfrm>
            <a:off x="731520" y="7653600"/>
            <a:ext cx="3364560" cy="411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6"/>
          </p:nvPr>
        </p:nvSpPr>
        <p:spPr>
          <a:xfrm>
            <a:off x="10533960" y="7653600"/>
            <a:ext cx="3364560" cy="411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IN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7056515-149E-431B-9CE9-E96D9A1E9ACF}" type="slidenum">
              <a:rPr lang="en-IN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wo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bg object 16"/>
          <p:cNvSpPr/>
          <p:nvPr/>
        </p:nvSpPr>
        <p:spPr>
          <a:xfrm>
            <a:off x="0" y="0"/>
            <a:ext cx="14630040" cy="8229240"/>
          </a:xfrm>
          <a:custGeom>
            <a:avLst/>
            <a:gdLst>
              <a:gd name="textAreaLeft" fmla="*/ 0 w 14630040"/>
              <a:gd name="textAreaRight" fmla="*/ 14630400 w 14630040"/>
              <a:gd name="textAreaTop" fmla="*/ 0 h 8229240"/>
              <a:gd name="textAreaBottom" fmla="*/ 8229600 h 8229240"/>
            </a:gdLst>
            <a:ahLst/>
            <a:cxnLst/>
            <a:rect l="textAreaLeft" t="textAreaTop" r="textAreaRight" b="textAreaBottom"/>
            <a:pathLst>
              <a:path w="14630400" h="82296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09151A">
              <a:alpha val="9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" name="bg object 17"/>
          <p:cNvPicPr/>
          <p:nvPr/>
        </p:nvPicPr>
        <p:blipFill>
          <a:blip r:embed="rId2"/>
          <a:stretch/>
        </p:blipFill>
        <p:spPr>
          <a:xfrm>
            <a:off x="12838320" y="7751160"/>
            <a:ext cx="172476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93720" y="442440"/>
            <a:ext cx="13242240" cy="169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IN" sz="345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IN" sz="34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IN" sz="345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31520" y="1892880"/>
            <a:ext cx="6363720" cy="277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572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9144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3716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8288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286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7432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7534800" y="1892880"/>
            <a:ext cx="6363720" cy="277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572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9144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3716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8288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286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7432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7"/>
          </p:nvPr>
        </p:nvSpPr>
        <p:spPr>
          <a:xfrm>
            <a:off x="4974480" y="7653600"/>
            <a:ext cx="4681440" cy="411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dt" idx="8"/>
          </p:nvPr>
        </p:nvSpPr>
        <p:spPr>
          <a:xfrm>
            <a:off x="731520" y="7653600"/>
            <a:ext cx="3364560" cy="411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sldNum" idx="9"/>
          </p:nvPr>
        </p:nvSpPr>
        <p:spPr>
          <a:xfrm>
            <a:off x="10533960" y="7653600"/>
            <a:ext cx="3364560" cy="411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IN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6321915-1CB3-4200-BFF7-32A236A1C6BE}" type="slidenum">
              <a:rPr lang="en-IN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bg object 16"/>
          <p:cNvSpPr/>
          <p:nvPr/>
        </p:nvSpPr>
        <p:spPr>
          <a:xfrm>
            <a:off x="0" y="0"/>
            <a:ext cx="14630040" cy="8229240"/>
          </a:xfrm>
          <a:custGeom>
            <a:avLst/>
            <a:gdLst>
              <a:gd name="textAreaLeft" fmla="*/ 0 w 14630040"/>
              <a:gd name="textAreaRight" fmla="*/ 14630400 w 14630040"/>
              <a:gd name="textAreaTop" fmla="*/ 0 h 8229240"/>
              <a:gd name="textAreaBottom" fmla="*/ 8229600 h 8229240"/>
            </a:gdLst>
            <a:ahLst/>
            <a:cxnLst/>
            <a:rect l="textAreaLeft" t="textAreaTop" r="textAreaRight" b="textAreaBottom"/>
            <a:pathLst>
              <a:path w="14630400" h="82296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09151A">
              <a:alpha val="9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" name="bg object 17"/>
          <p:cNvPicPr/>
          <p:nvPr/>
        </p:nvPicPr>
        <p:blipFill>
          <a:blip r:embed="rId2"/>
          <a:stretch/>
        </p:blipFill>
        <p:spPr>
          <a:xfrm>
            <a:off x="12838320" y="7751160"/>
            <a:ext cx="172476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93720" y="442440"/>
            <a:ext cx="13242240" cy="169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IN" sz="345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IN" sz="34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IN" sz="345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ftr" idx="10"/>
          </p:nvPr>
        </p:nvSpPr>
        <p:spPr>
          <a:xfrm>
            <a:off x="4974480" y="7653600"/>
            <a:ext cx="4681440" cy="411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11"/>
          </p:nvPr>
        </p:nvSpPr>
        <p:spPr>
          <a:xfrm>
            <a:off x="731520" y="7653600"/>
            <a:ext cx="3364560" cy="411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sldNum" idx="12"/>
          </p:nvPr>
        </p:nvSpPr>
        <p:spPr>
          <a:xfrm>
            <a:off x="10533960" y="7653600"/>
            <a:ext cx="3364560" cy="411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IN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00B3348-D497-4E52-BBD9-59A5D6F13F0E}" type="slidenum">
              <a:rPr lang="en-IN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bg object 16"/>
          <p:cNvSpPr/>
          <p:nvPr/>
        </p:nvSpPr>
        <p:spPr>
          <a:xfrm>
            <a:off x="0" y="0"/>
            <a:ext cx="14630040" cy="8229240"/>
          </a:xfrm>
          <a:custGeom>
            <a:avLst/>
            <a:gdLst>
              <a:gd name="textAreaLeft" fmla="*/ 0 w 14630040"/>
              <a:gd name="textAreaRight" fmla="*/ 14630400 w 14630040"/>
              <a:gd name="textAreaTop" fmla="*/ 0 h 8229240"/>
              <a:gd name="textAreaBottom" fmla="*/ 8229600 h 8229240"/>
            </a:gdLst>
            <a:ahLst/>
            <a:cxnLst/>
            <a:rect l="textAreaLeft" t="textAreaTop" r="textAreaRight" b="textAreaBottom"/>
            <a:pathLst>
              <a:path w="14630400" h="82296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09151A">
              <a:alpha val="9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" name="bg object 17"/>
          <p:cNvPicPr/>
          <p:nvPr/>
        </p:nvPicPr>
        <p:blipFill>
          <a:blip r:embed="rId2"/>
          <a:stretch/>
        </p:blipFill>
        <p:spPr>
          <a:xfrm>
            <a:off x="12838320" y="7751160"/>
            <a:ext cx="172476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" name="PlaceHolder 1"/>
          <p:cNvSpPr>
            <a:spLocks noGrp="1"/>
          </p:cNvSpPr>
          <p:nvPr>
            <p:ph type="ftr" idx="13"/>
          </p:nvPr>
        </p:nvSpPr>
        <p:spPr>
          <a:xfrm>
            <a:off x="4974480" y="7653600"/>
            <a:ext cx="4681440" cy="411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dt" idx="14"/>
          </p:nvPr>
        </p:nvSpPr>
        <p:spPr>
          <a:xfrm>
            <a:off x="731520" y="7653600"/>
            <a:ext cx="3364560" cy="411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sldNum" idx="15"/>
          </p:nvPr>
        </p:nvSpPr>
        <p:spPr>
          <a:xfrm>
            <a:off x="10533960" y="7653600"/>
            <a:ext cx="3364560" cy="411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IN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4B7B31C-9CFC-43B8-8F61-07ACFE135F0D}" type="slidenum">
              <a:rPr lang="en-IN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image" Target="../media/image5.jpeg"/><Relationship Id="rId3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7.png"/><Relationship Id="rId3" Type="http://schemas.openxmlformats.org/officeDocument/2006/relationships/image" Target="../media/image7.png"/><Relationship Id="rId4" Type="http://schemas.openxmlformats.org/officeDocument/2006/relationships/image" Target="../media/image7.png"/><Relationship Id="rId5" Type="http://schemas.openxmlformats.org/officeDocument/2006/relationships/image" Target="../media/image4.jpeg"/><Relationship Id="rId6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image" Target="../media/image7.png"/><Relationship Id="rId3" Type="http://schemas.openxmlformats.org/officeDocument/2006/relationships/image" Target="../media/image7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image" Target="../media/image10.jpe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2.png"/><Relationship Id="rId6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image" Target="../media/image7.png"/><Relationship Id="rId3" Type="http://schemas.openxmlformats.org/officeDocument/2006/relationships/image" Target="../media/image7.png"/><Relationship Id="rId4" Type="http://schemas.openxmlformats.org/officeDocument/2006/relationships/image" Target="../media/image7.png"/><Relationship Id="rId5" Type="http://schemas.openxmlformats.org/officeDocument/2006/relationships/image" Target="../media/image7.png"/><Relationship Id="rId6" Type="http://schemas.openxmlformats.org/officeDocument/2006/relationships/image" Target="../media/image4.jpeg"/><Relationship Id="rId7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image" Target="../media/image7.png"/><Relationship Id="rId3" Type="http://schemas.openxmlformats.org/officeDocument/2006/relationships/image" Target="../media/image7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1007640" y="2876760"/>
            <a:ext cx="6826680" cy="15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12600" indent="0" algn="l">
              <a:lnSpc>
                <a:spcPts val="6290"/>
              </a:lnSpc>
              <a:buNone/>
            </a:pPr>
            <a:r>
              <a:rPr lang="en-IN" sz="5000" b="0" u="none" spc="394" strike="noStrike">
                <a:solidFill>
                  <a:srgbClr val="F5EFEF"/>
                </a:solidFill>
                <a:effectLst/>
                <a:uFillTx/>
                <a:latin typeface="Cambria"/>
              </a:rPr>
              <a:t>Infosys</a:t>
            </a:r>
            <a:r>
              <a:rPr lang="en-IN" sz="5000" b="0" u="none" spc="113" strike="noStrike">
                <a:solidFill>
                  <a:srgbClr val="F5EFEF"/>
                </a:solidFill>
                <a:effectLst/>
                <a:uFillTx/>
                <a:latin typeface="Cambria"/>
              </a:rPr>
              <a:t> </a:t>
            </a:r>
            <a:r>
              <a:rPr lang="en-IN" sz="5000" b="0" u="none" spc="346" strike="noStrike">
                <a:solidFill>
                  <a:srgbClr val="F5EFEF"/>
                </a:solidFill>
                <a:effectLst/>
                <a:uFillTx/>
                <a:latin typeface="Cambria"/>
              </a:rPr>
              <a:t>Springboard </a:t>
            </a:r>
            <a:r>
              <a:rPr lang="en-IN" sz="5000" b="0" u="none" spc="306" strike="noStrike">
                <a:solidFill>
                  <a:srgbClr val="F5EFEF"/>
                </a:solidFill>
                <a:effectLst/>
                <a:uFillTx/>
                <a:latin typeface="Cambria"/>
              </a:rPr>
              <a:t>Virtual</a:t>
            </a:r>
            <a:r>
              <a:rPr lang="en-IN" sz="5000" b="0" u="none" spc="139" strike="noStrike">
                <a:solidFill>
                  <a:srgbClr val="F5EFEF"/>
                </a:solidFill>
                <a:effectLst/>
                <a:uFillTx/>
                <a:latin typeface="Cambria"/>
              </a:rPr>
              <a:t> </a:t>
            </a:r>
            <a:r>
              <a:rPr lang="en-IN" sz="5000" b="0" u="none" spc="380" strike="noStrike">
                <a:solidFill>
                  <a:srgbClr val="F5EFEF"/>
                </a:solidFill>
                <a:effectLst/>
                <a:uFillTx/>
                <a:latin typeface="Cambria"/>
              </a:rPr>
              <a:t>Internship</a:t>
            </a:r>
            <a:r>
              <a:rPr lang="en-IN" sz="5000" b="0" u="none" spc="170" strike="noStrike">
                <a:solidFill>
                  <a:srgbClr val="F5EFEF"/>
                </a:solidFill>
                <a:effectLst/>
                <a:uFillTx/>
                <a:latin typeface="Cambria"/>
              </a:rPr>
              <a:t> </a:t>
            </a:r>
            <a:r>
              <a:rPr lang="en-IN" sz="5000" b="0" u="none" spc="386" strike="noStrike">
                <a:solidFill>
                  <a:srgbClr val="F5EFEF"/>
                </a:solidFill>
                <a:effectLst/>
                <a:uFillTx/>
                <a:latin typeface="Cambria"/>
              </a:rPr>
              <a:t>6.0</a:t>
            </a:r>
            <a:endParaRPr lang="en-IN" sz="5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1" name="object 3"/>
          <p:cNvSpPr/>
          <p:nvPr/>
        </p:nvSpPr>
        <p:spPr>
          <a:xfrm>
            <a:off x="1080000" y="6120000"/>
            <a:ext cx="402228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1520" rIns="0" bIns="0" anchor="t">
            <a:spAutoFit/>
          </a:bodyPr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lang="en-IN" sz="2000" b="0" u="none" spc="139" strike="noStrike">
                <a:solidFill>
                  <a:srgbClr val="E1E6E9"/>
                </a:solidFill>
                <a:effectLst/>
                <a:uFillTx/>
                <a:latin typeface="Cambria"/>
              </a:rPr>
              <a:t>Vishok P</a:t>
            </a:r>
            <a:r>
              <a:rPr lang="en-IN" sz="2000" b="0" u="none" spc="221" strike="noStrike">
                <a:solidFill>
                  <a:srgbClr val="E1E6E9"/>
                </a:solidFill>
                <a:effectLst/>
                <a:uFillTx/>
                <a:latin typeface="Cambria"/>
              </a:rPr>
              <a:t>,</a:t>
            </a:r>
            <a:r>
              <a:rPr lang="en-IN" sz="2000" b="0" u="none" spc="71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2000" b="0" u="none" spc="150" strike="noStrike">
                <a:solidFill>
                  <a:srgbClr val="E1E6E9"/>
                </a:solidFill>
                <a:effectLst/>
                <a:uFillTx/>
                <a:latin typeface="Cambria"/>
              </a:rPr>
              <a:t>Batch</a:t>
            </a:r>
            <a:r>
              <a:rPr lang="en-IN" sz="2000" b="0" u="none" spc="34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2000" b="0" u="none" spc="65" strike="noStrike">
                <a:solidFill>
                  <a:srgbClr val="E1E6E9"/>
                </a:solidFill>
                <a:effectLst/>
                <a:uFillTx/>
                <a:latin typeface="Cambria"/>
              </a:rPr>
              <a:t>13</a:t>
            </a:r>
            <a:r>
              <a:rPr lang="en-IN" sz="2000" b="0" u="none" spc="40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2000" b="0" u="none" spc="119" strike="noStrike">
                <a:solidFill>
                  <a:srgbClr val="E1E6E9"/>
                </a:solidFill>
                <a:effectLst/>
                <a:uFillTx/>
                <a:latin typeface="Cambria"/>
              </a:rPr>
              <a:t>(8</a:t>
            </a:r>
            <a:r>
              <a:rPr lang="en-IN" sz="2000" b="0" u="none" spc="54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2000" b="0" u="none" spc="105" strike="noStrike">
                <a:solidFill>
                  <a:srgbClr val="E1E6E9"/>
                </a:solidFill>
                <a:effectLst/>
                <a:uFillTx/>
                <a:latin typeface="Cambria"/>
              </a:rPr>
              <a:t>weeks).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object 2"/>
          <p:cNvPicPr/>
          <p:nvPr/>
        </p:nvPicPr>
        <p:blipFill>
          <a:blip r:embed="rId1"/>
          <a:stretch/>
        </p:blipFill>
        <p:spPr>
          <a:xfrm>
            <a:off x="12750840" y="7700040"/>
            <a:ext cx="1852920" cy="46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693720" y="442440"/>
            <a:ext cx="13242240" cy="1697040"/>
          </a:xfrm>
          <a:prstGeom prst="rect">
            <a:avLst/>
          </a:prstGeom>
          <a:noFill/>
          <a:ln w="0">
            <a:noFill/>
          </a:ln>
        </p:spPr>
        <p:txBody>
          <a:bodyPr lIns="0" tIns="159480" rIns="0" bIns="0" anchor="t">
            <a:spAutoFit/>
          </a:bodyPr>
          <a:p>
            <a:pPr marL="280080" indent="0" algn="l">
              <a:lnSpc>
                <a:spcPct val="105000"/>
              </a:lnSpc>
              <a:spcBef>
                <a:spcPts val="99"/>
              </a:spcBef>
              <a:buNone/>
            </a:pPr>
            <a:r>
              <a:rPr lang="en-IN" sz="4750" b="0" u="none" spc="386" strike="noStrike">
                <a:solidFill>
                  <a:srgbClr val="F5EFEF"/>
                </a:solidFill>
                <a:effectLst/>
                <a:uFillTx/>
                <a:latin typeface="Cambria"/>
              </a:rPr>
              <a:t>Infosys</a:t>
            </a:r>
            <a:r>
              <a:rPr lang="en-IN" sz="4750" b="0" u="none" spc="91" strike="noStrike">
                <a:solidFill>
                  <a:srgbClr val="F5EFEF"/>
                </a:solidFill>
                <a:effectLst/>
                <a:uFillTx/>
                <a:latin typeface="Cambria"/>
              </a:rPr>
              <a:t> </a:t>
            </a:r>
            <a:r>
              <a:rPr lang="en-IN" sz="4750" b="0" u="none" spc="354" strike="noStrike">
                <a:solidFill>
                  <a:srgbClr val="F5EFEF"/>
                </a:solidFill>
                <a:effectLst/>
                <a:uFillTx/>
                <a:latin typeface="Cambria"/>
              </a:rPr>
              <a:t>InsurAI:</a:t>
            </a:r>
            <a:r>
              <a:rPr lang="en-IN" sz="4750" b="0" u="none" spc="96" strike="noStrike">
                <a:solidFill>
                  <a:srgbClr val="F5EFEF"/>
                </a:solidFill>
                <a:effectLst/>
                <a:uFillTx/>
                <a:latin typeface="Cambria"/>
              </a:rPr>
              <a:t> </a:t>
            </a:r>
            <a:r>
              <a:rPr lang="en-IN" sz="4750" b="0" u="none" spc="306" strike="noStrike">
                <a:solidFill>
                  <a:srgbClr val="F5EFEF"/>
                </a:solidFill>
                <a:effectLst/>
                <a:uFillTx/>
                <a:latin typeface="Cambria"/>
              </a:rPr>
              <a:t>Corporate</a:t>
            </a:r>
            <a:r>
              <a:rPr lang="en-IN" sz="4750" b="0" u="none" spc="96" strike="noStrike">
                <a:solidFill>
                  <a:srgbClr val="F5EFEF"/>
                </a:solidFill>
                <a:effectLst/>
                <a:uFillTx/>
                <a:latin typeface="Cambria"/>
              </a:rPr>
              <a:t> </a:t>
            </a:r>
            <a:r>
              <a:rPr lang="en-IN" sz="4750" b="0" u="none" spc="309" strike="noStrike">
                <a:solidFill>
                  <a:srgbClr val="F5EFEF"/>
                </a:solidFill>
                <a:effectLst/>
                <a:uFillTx/>
                <a:latin typeface="Cambria"/>
              </a:rPr>
              <a:t>Policy </a:t>
            </a:r>
            <a:r>
              <a:rPr lang="en-IN" sz="4750" b="0" u="none" spc="374" strike="noStrike">
                <a:solidFill>
                  <a:srgbClr val="F5EFEF"/>
                </a:solidFill>
                <a:effectLst/>
                <a:uFillTx/>
                <a:latin typeface="Cambria"/>
              </a:rPr>
              <a:t>Automation</a:t>
            </a:r>
            <a:endParaRPr lang="en-IN" sz="475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4" name="object 4"/>
          <p:cNvSpPr/>
          <p:nvPr/>
        </p:nvSpPr>
        <p:spPr>
          <a:xfrm>
            <a:off x="961920" y="2819520"/>
            <a:ext cx="4939200" cy="12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356760" indent="-344160">
              <a:lnSpc>
                <a:spcPct val="100000"/>
              </a:lnSpc>
              <a:spcBef>
                <a:spcPts val="96"/>
              </a:spcBef>
              <a:buClr>
                <a:srgbClr val="E1E6E9"/>
              </a:buClr>
              <a:buFont typeface="Symbol" charset="2"/>
              <a:buChar char=""/>
              <a:tabLst>
                <a:tab pos="356760" algn="l"/>
              </a:tabLst>
            </a:pPr>
            <a:r>
              <a:rPr lang="en-IN" sz="1900" b="0" u="none" spc="136" strike="noStrike">
                <a:solidFill>
                  <a:srgbClr val="E1E6E9"/>
                </a:solidFill>
                <a:effectLst/>
                <a:uFillTx/>
                <a:latin typeface="Cambria"/>
              </a:rPr>
              <a:t>AI</a:t>
            </a:r>
            <a:r>
              <a:rPr lang="en-IN" sz="1900" b="0" u="none" spc="31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1900" b="0" u="none" spc="145" strike="noStrike">
                <a:solidFill>
                  <a:srgbClr val="E1E6E9"/>
                </a:solidFill>
                <a:effectLst/>
                <a:uFillTx/>
                <a:latin typeface="Cambria"/>
              </a:rPr>
              <a:t>platform</a:t>
            </a:r>
            <a:r>
              <a:rPr lang="en-IN" sz="1900" b="0" u="none" spc="51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1900" b="0" u="none" spc="136" strike="noStrike">
                <a:solidFill>
                  <a:srgbClr val="E1E6E9"/>
                </a:solidFill>
                <a:effectLst/>
                <a:uFillTx/>
                <a:latin typeface="Cambria"/>
              </a:rPr>
              <a:t>for</a:t>
            </a:r>
            <a:r>
              <a:rPr lang="en-IN" sz="1900" b="0" u="none" spc="45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1900" b="0" u="none" spc="119" strike="noStrike">
                <a:solidFill>
                  <a:srgbClr val="E1E6E9"/>
                </a:solidFill>
                <a:effectLst/>
                <a:uFillTx/>
                <a:latin typeface="Cambria"/>
              </a:rPr>
              <a:t>insurance.</a:t>
            </a:r>
            <a:endParaRPr lang="en-IN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6760" indent="-344160">
              <a:lnSpc>
                <a:spcPct val="100000"/>
              </a:lnSpc>
              <a:spcBef>
                <a:spcPts val="1466"/>
              </a:spcBef>
              <a:buClr>
                <a:srgbClr val="E1E6E9"/>
              </a:buClr>
              <a:buFont typeface="Symbol" charset="2"/>
              <a:buChar char=""/>
              <a:tabLst>
                <a:tab pos="356760" algn="l"/>
              </a:tabLst>
            </a:pPr>
            <a:r>
              <a:rPr lang="en-IN" sz="1900" b="0" u="none" spc="150" strike="noStrike">
                <a:solidFill>
                  <a:srgbClr val="E1E6E9"/>
                </a:solidFill>
                <a:effectLst/>
                <a:uFillTx/>
                <a:latin typeface="Cambria"/>
              </a:rPr>
              <a:t>Automates</a:t>
            </a:r>
            <a:r>
              <a:rPr lang="en-IN" sz="1900" b="0" u="none" spc="65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1900" b="0" u="none" spc="145" strike="noStrike">
                <a:solidFill>
                  <a:srgbClr val="E1E6E9"/>
                </a:solidFill>
                <a:effectLst/>
                <a:uFillTx/>
                <a:latin typeface="Cambria"/>
              </a:rPr>
              <a:t>customer</a:t>
            </a:r>
            <a:r>
              <a:rPr lang="en-IN" sz="1900" b="0" u="none" spc="60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1900" b="0" u="none" spc="113" strike="noStrike">
                <a:solidFill>
                  <a:srgbClr val="E1E6E9"/>
                </a:solidFill>
                <a:effectLst/>
                <a:uFillTx/>
                <a:latin typeface="Cambria"/>
              </a:rPr>
              <a:t>interactions.</a:t>
            </a:r>
            <a:endParaRPr lang="en-IN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6760" indent="-344160">
              <a:lnSpc>
                <a:spcPct val="100000"/>
              </a:lnSpc>
              <a:spcBef>
                <a:spcPts val="1460"/>
              </a:spcBef>
              <a:buClr>
                <a:srgbClr val="E1E6E9"/>
              </a:buClr>
              <a:buFont typeface="Symbol" charset="2"/>
              <a:buChar char=""/>
              <a:tabLst>
                <a:tab pos="356760" algn="l"/>
              </a:tabLst>
            </a:pPr>
            <a:r>
              <a:rPr lang="en-IN" sz="1900" b="0" u="none" spc="136" strike="noStrike">
                <a:solidFill>
                  <a:srgbClr val="E1E6E9"/>
                </a:solidFill>
                <a:effectLst/>
                <a:uFillTx/>
                <a:latin typeface="Cambria"/>
              </a:rPr>
              <a:t>Intelligent</a:t>
            </a:r>
            <a:r>
              <a:rPr lang="en-IN" sz="1900" b="0" u="none" spc="145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1900" b="0" u="none" spc="119" strike="noStrike">
                <a:solidFill>
                  <a:srgbClr val="E1E6E9"/>
                </a:solidFill>
                <a:effectLst/>
                <a:uFillTx/>
                <a:latin typeface="Cambria"/>
              </a:rPr>
              <a:t>operations</a:t>
            </a:r>
            <a:r>
              <a:rPr lang="en-IN" sz="1900" b="0" u="none" spc="130" strike="noStrike">
                <a:solidFill>
                  <a:srgbClr val="E1E6E9"/>
                </a:solidFill>
                <a:effectLst/>
                <a:uFillTx/>
                <a:latin typeface="Cambria"/>
              </a:rPr>
              <a:t> transformation.</a:t>
            </a:r>
            <a:endParaRPr lang="en-IN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5" name="object 5"/>
          <p:cNvPicPr/>
          <p:nvPr/>
        </p:nvPicPr>
        <p:blipFill>
          <a:blip r:embed="rId2"/>
          <a:stretch/>
        </p:blipFill>
        <p:spPr>
          <a:xfrm>
            <a:off x="8948880" y="2831760"/>
            <a:ext cx="4714920" cy="4714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object 2"/>
          <p:cNvPicPr/>
          <p:nvPr/>
        </p:nvPicPr>
        <p:blipFill>
          <a:blip r:embed="rId1"/>
          <a:stretch/>
        </p:blipFill>
        <p:spPr>
          <a:xfrm>
            <a:off x="0" y="0"/>
            <a:ext cx="5486040" cy="82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93720" y="442440"/>
            <a:ext cx="13242240" cy="1697040"/>
          </a:xfrm>
          <a:prstGeom prst="rect">
            <a:avLst/>
          </a:prstGeom>
          <a:noFill/>
          <a:ln w="0">
            <a:noFill/>
          </a:ln>
        </p:spPr>
        <p:txBody>
          <a:bodyPr lIns="0" tIns="78840" rIns="0" bIns="0" anchor="t">
            <a:spAutoFit/>
          </a:bodyPr>
          <a:p>
            <a:pPr marL="5584320" indent="0" algn="l">
              <a:lnSpc>
                <a:spcPct val="100000"/>
              </a:lnSpc>
              <a:spcBef>
                <a:spcPts val="91"/>
              </a:spcBef>
              <a:buNone/>
            </a:pPr>
            <a:r>
              <a:rPr lang="en-IN" sz="3850" b="0" u="none" spc="230" strike="noStrike">
                <a:solidFill>
                  <a:srgbClr val="F5EFEF"/>
                </a:solidFill>
                <a:effectLst/>
                <a:uFillTx/>
                <a:latin typeface="Cambria"/>
              </a:rPr>
              <a:t>Project</a:t>
            </a:r>
            <a:r>
              <a:rPr lang="en-IN" sz="3850" b="0" u="none" spc="130" strike="noStrike">
                <a:solidFill>
                  <a:srgbClr val="F5EFEF"/>
                </a:solidFill>
                <a:effectLst/>
                <a:uFillTx/>
                <a:latin typeface="Cambria"/>
              </a:rPr>
              <a:t> </a:t>
            </a:r>
            <a:r>
              <a:rPr lang="en-IN" sz="3850" b="0" u="none" spc="215" strike="noStrike">
                <a:solidFill>
                  <a:srgbClr val="F5EFEF"/>
                </a:solidFill>
                <a:effectLst/>
                <a:uFillTx/>
                <a:latin typeface="Cambria"/>
              </a:rPr>
              <a:t>Objectives</a:t>
            </a:r>
            <a:endParaRPr lang="en-IN" sz="385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pSp>
        <p:nvGrpSpPr>
          <p:cNvPr id="48" name="object 4"/>
          <p:cNvGrpSpPr/>
          <p:nvPr/>
        </p:nvGrpSpPr>
        <p:grpSpPr>
          <a:xfrm>
            <a:off x="6277320" y="1458360"/>
            <a:ext cx="7565040" cy="1947960"/>
            <a:chOff x="6277320" y="1458360"/>
            <a:chExt cx="7565040" cy="1947960"/>
          </a:xfrm>
        </p:grpSpPr>
        <p:sp>
          <p:nvSpPr>
            <p:cNvPr id="49" name="object 5"/>
            <p:cNvSpPr/>
            <p:nvPr/>
          </p:nvSpPr>
          <p:spPr>
            <a:xfrm>
              <a:off x="6277320" y="1458360"/>
              <a:ext cx="7565040" cy="1947960"/>
            </a:xfrm>
            <a:custGeom>
              <a:avLst/>
              <a:gdLst>
                <a:gd name="textAreaLeft" fmla="*/ 0 w 7565040"/>
                <a:gd name="textAreaRight" fmla="*/ 7565400 w 7565040"/>
                <a:gd name="textAreaTop" fmla="*/ 0 h 1947960"/>
                <a:gd name="textAreaBottom" fmla="*/ 1948320 h 1947960"/>
              </a:gdLst>
              <a:ahLst/>
              <a:cxnLst/>
              <a:rect l="textAreaLeft" t="textAreaTop" r="textAreaRight" b="textAreaBottom"/>
              <a:pathLst>
                <a:path w="7565390" h="1948179">
                  <a:moveTo>
                    <a:pt x="7481951" y="0"/>
                  </a:moveTo>
                  <a:lnTo>
                    <a:pt x="83185" y="0"/>
                  </a:lnTo>
                  <a:lnTo>
                    <a:pt x="50792" y="6532"/>
                  </a:lnTo>
                  <a:lnTo>
                    <a:pt x="24352" y="24352"/>
                  </a:lnTo>
                  <a:lnTo>
                    <a:pt x="6532" y="50792"/>
                  </a:lnTo>
                  <a:lnTo>
                    <a:pt x="0" y="83184"/>
                  </a:lnTo>
                  <a:lnTo>
                    <a:pt x="0" y="1864486"/>
                  </a:lnTo>
                  <a:lnTo>
                    <a:pt x="6532" y="1896879"/>
                  </a:lnTo>
                  <a:lnTo>
                    <a:pt x="24352" y="1923319"/>
                  </a:lnTo>
                  <a:lnTo>
                    <a:pt x="50792" y="1941139"/>
                  </a:lnTo>
                  <a:lnTo>
                    <a:pt x="83185" y="1947671"/>
                  </a:lnTo>
                  <a:lnTo>
                    <a:pt x="7481951" y="1947671"/>
                  </a:lnTo>
                  <a:lnTo>
                    <a:pt x="7514343" y="1941139"/>
                  </a:lnTo>
                  <a:lnTo>
                    <a:pt x="7540783" y="1923319"/>
                  </a:lnTo>
                  <a:lnTo>
                    <a:pt x="7558603" y="1896879"/>
                  </a:lnTo>
                  <a:lnTo>
                    <a:pt x="7565136" y="1864486"/>
                  </a:lnTo>
                  <a:lnTo>
                    <a:pt x="7565136" y="83184"/>
                  </a:lnTo>
                  <a:lnTo>
                    <a:pt x="7558603" y="50792"/>
                  </a:lnTo>
                  <a:lnTo>
                    <a:pt x="7540783" y="24352"/>
                  </a:lnTo>
                  <a:lnTo>
                    <a:pt x="7514343" y="6532"/>
                  </a:lnTo>
                  <a:lnTo>
                    <a:pt x="7481951" y="0"/>
                  </a:lnTo>
                  <a:close/>
                </a:path>
              </a:pathLst>
            </a:custGeom>
            <a:solidFill>
              <a:srgbClr val="0030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" name="object 6"/>
            <p:cNvSpPr/>
            <p:nvPr/>
          </p:nvSpPr>
          <p:spPr>
            <a:xfrm>
              <a:off x="6277320" y="1458360"/>
              <a:ext cx="7565040" cy="1947960"/>
            </a:xfrm>
            <a:custGeom>
              <a:avLst/>
              <a:gdLst>
                <a:gd name="textAreaLeft" fmla="*/ 0 w 7565040"/>
                <a:gd name="textAreaRight" fmla="*/ 7565400 w 7565040"/>
                <a:gd name="textAreaTop" fmla="*/ 0 h 1947960"/>
                <a:gd name="textAreaBottom" fmla="*/ 1948320 h 1947960"/>
              </a:gdLst>
              <a:ahLst/>
              <a:cxnLst/>
              <a:rect l="textAreaLeft" t="textAreaTop" r="textAreaRight" b="textAreaBottom"/>
              <a:pathLst>
                <a:path w="7565390" h="1948179">
                  <a:moveTo>
                    <a:pt x="0" y="83184"/>
                  </a:moveTo>
                  <a:lnTo>
                    <a:pt x="6532" y="50792"/>
                  </a:lnTo>
                  <a:lnTo>
                    <a:pt x="24352" y="24352"/>
                  </a:lnTo>
                  <a:lnTo>
                    <a:pt x="50792" y="6532"/>
                  </a:lnTo>
                  <a:lnTo>
                    <a:pt x="83185" y="0"/>
                  </a:lnTo>
                  <a:lnTo>
                    <a:pt x="7481951" y="0"/>
                  </a:lnTo>
                  <a:lnTo>
                    <a:pt x="7514343" y="6532"/>
                  </a:lnTo>
                  <a:lnTo>
                    <a:pt x="7540783" y="24352"/>
                  </a:lnTo>
                  <a:lnTo>
                    <a:pt x="7558603" y="50792"/>
                  </a:lnTo>
                  <a:lnTo>
                    <a:pt x="7565136" y="83184"/>
                  </a:lnTo>
                  <a:lnTo>
                    <a:pt x="7565136" y="1864486"/>
                  </a:lnTo>
                  <a:lnTo>
                    <a:pt x="7558603" y="1896879"/>
                  </a:lnTo>
                  <a:lnTo>
                    <a:pt x="7540783" y="1923319"/>
                  </a:lnTo>
                  <a:lnTo>
                    <a:pt x="7514343" y="1941139"/>
                  </a:lnTo>
                  <a:lnTo>
                    <a:pt x="7481951" y="1947671"/>
                  </a:lnTo>
                  <a:lnTo>
                    <a:pt x="83185" y="1947671"/>
                  </a:lnTo>
                  <a:lnTo>
                    <a:pt x="50792" y="1941139"/>
                  </a:lnTo>
                  <a:lnTo>
                    <a:pt x="24352" y="1923319"/>
                  </a:lnTo>
                  <a:lnTo>
                    <a:pt x="6532" y="1896879"/>
                  </a:lnTo>
                  <a:lnTo>
                    <a:pt x="0" y="1864486"/>
                  </a:lnTo>
                  <a:lnTo>
                    <a:pt x="0" y="83184"/>
                  </a:lnTo>
                  <a:close/>
                </a:path>
              </a:pathLst>
            </a:custGeom>
            <a:noFill/>
            <a:ln w="9144">
              <a:solidFill>
                <a:srgbClr val="1849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" name="object 7"/>
            <p:cNvSpPr/>
            <p:nvPr/>
          </p:nvSpPr>
          <p:spPr>
            <a:xfrm>
              <a:off x="6483240" y="1664280"/>
              <a:ext cx="591480" cy="591480"/>
            </a:xfrm>
            <a:custGeom>
              <a:avLst/>
              <a:gdLst>
                <a:gd name="textAreaLeft" fmla="*/ 0 w 591480"/>
                <a:gd name="textAreaRight" fmla="*/ 591840 w 591480"/>
                <a:gd name="textAreaTop" fmla="*/ 0 h 591480"/>
                <a:gd name="textAreaBottom" fmla="*/ 591840 h 591480"/>
              </a:gdLst>
              <a:ahLst/>
              <a:cxnLst/>
              <a:rect l="textAreaLeft" t="textAreaTop" r="textAreaRight" b="textAreaBottom"/>
              <a:pathLst>
                <a:path w="591820" h="591819">
                  <a:moveTo>
                    <a:pt x="295655" y="0"/>
                  </a:moveTo>
                  <a:lnTo>
                    <a:pt x="247690" y="3868"/>
                  </a:lnTo>
                  <a:lnTo>
                    <a:pt x="202192" y="15069"/>
                  </a:lnTo>
                  <a:lnTo>
                    <a:pt x="159769" y="32993"/>
                  </a:lnTo>
                  <a:lnTo>
                    <a:pt x="121029" y="57034"/>
                  </a:lnTo>
                  <a:lnTo>
                    <a:pt x="86582" y="86582"/>
                  </a:lnTo>
                  <a:lnTo>
                    <a:pt x="57034" y="121029"/>
                  </a:lnTo>
                  <a:lnTo>
                    <a:pt x="32993" y="159769"/>
                  </a:lnTo>
                  <a:lnTo>
                    <a:pt x="15069" y="202192"/>
                  </a:lnTo>
                  <a:lnTo>
                    <a:pt x="3868" y="247690"/>
                  </a:lnTo>
                  <a:lnTo>
                    <a:pt x="0" y="295656"/>
                  </a:lnTo>
                  <a:lnTo>
                    <a:pt x="3868" y="343621"/>
                  </a:lnTo>
                  <a:lnTo>
                    <a:pt x="15069" y="389119"/>
                  </a:lnTo>
                  <a:lnTo>
                    <a:pt x="32993" y="431542"/>
                  </a:lnTo>
                  <a:lnTo>
                    <a:pt x="57034" y="470282"/>
                  </a:lnTo>
                  <a:lnTo>
                    <a:pt x="86582" y="504729"/>
                  </a:lnTo>
                  <a:lnTo>
                    <a:pt x="121029" y="534277"/>
                  </a:lnTo>
                  <a:lnTo>
                    <a:pt x="159769" y="558318"/>
                  </a:lnTo>
                  <a:lnTo>
                    <a:pt x="202192" y="576242"/>
                  </a:lnTo>
                  <a:lnTo>
                    <a:pt x="247690" y="587443"/>
                  </a:lnTo>
                  <a:lnTo>
                    <a:pt x="295655" y="591312"/>
                  </a:lnTo>
                  <a:lnTo>
                    <a:pt x="343621" y="587443"/>
                  </a:lnTo>
                  <a:lnTo>
                    <a:pt x="389119" y="576242"/>
                  </a:lnTo>
                  <a:lnTo>
                    <a:pt x="431542" y="558318"/>
                  </a:lnTo>
                  <a:lnTo>
                    <a:pt x="470282" y="534277"/>
                  </a:lnTo>
                  <a:lnTo>
                    <a:pt x="504729" y="504729"/>
                  </a:lnTo>
                  <a:lnTo>
                    <a:pt x="534277" y="470282"/>
                  </a:lnTo>
                  <a:lnTo>
                    <a:pt x="558318" y="431542"/>
                  </a:lnTo>
                  <a:lnTo>
                    <a:pt x="576242" y="389119"/>
                  </a:lnTo>
                  <a:lnTo>
                    <a:pt x="587443" y="343621"/>
                  </a:lnTo>
                  <a:lnTo>
                    <a:pt x="591311" y="295656"/>
                  </a:lnTo>
                  <a:lnTo>
                    <a:pt x="587443" y="247690"/>
                  </a:lnTo>
                  <a:lnTo>
                    <a:pt x="576242" y="202192"/>
                  </a:lnTo>
                  <a:lnTo>
                    <a:pt x="558318" y="159769"/>
                  </a:lnTo>
                  <a:lnTo>
                    <a:pt x="534277" y="121029"/>
                  </a:lnTo>
                  <a:lnTo>
                    <a:pt x="504729" y="86582"/>
                  </a:lnTo>
                  <a:lnTo>
                    <a:pt x="470282" y="57034"/>
                  </a:lnTo>
                  <a:lnTo>
                    <a:pt x="431542" y="32993"/>
                  </a:lnTo>
                  <a:lnTo>
                    <a:pt x="389119" y="15069"/>
                  </a:lnTo>
                  <a:lnTo>
                    <a:pt x="343621" y="3868"/>
                  </a:lnTo>
                  <a:lnTo>
                    <a:pt x="295655" y="0"/>
                  </a:lnTo>
                  <a:close/>
                </a:path>
              </a:pathLst>
            </a:custGeom>
            <a:solidFill>
              <a:srgbClr val="5F9D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52" name="object 8"/>
            <p:cNvPicPr/>
            <p:nvPr/>
          </p:nvPicPr>
          <p:blipFill>
            <a:blip r:embed="rId2"/>
            <a:stretch/>
          </p:blipFill>
          <p:spPr>
            <a:xfrm>
              <a:off x="6644520" y="1825920"/>
              <a:ext cx="267840" cy="2678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53" name="object 9"/>
          <p:cNvSpPr/>
          <p:nvPr/>
        </p:nvSpPr>
        <p:spPr>
          <a:xfrm>
            <a:off x="7432920" y="1923840"/>
            <a:ext cx="2195640" cy="74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IN" sz="1900" b="0" u="none" spc="119" strike="noStrike">
                <a:solidFill>
                  <a:srgbClr val="E1E6E9"/>
                </a:solidFill>
                <a:effectLst/>
                <a:uFillTx/>
                <a:latin typeface="Cambria"/>
              </a:rPr>
              <a:t>User</a:t>
            </a:r>
            <a:r>
              <a:rPr lang="en-IN" sz="1900" b="0" u="none" spc="54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1900" b="0" u="none" spc="164" strike="noStrike">
                <a:solidFill>
                  <a:srgbClr val="E1E6E9"/>
                </a:solidFill>
                <a:effectLst/>
                <a:uFillTx/>
                <a:latin typeface="Cambria"/>
              </a:rPr>
              <a:t>Management</a:t>
            </a:r>
            <a:endParaRPr lang="en-IN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511"/>
              </a:spcBef>
            </a:pPr>
            <a:r>
              <a:rPr lang="en-IN" sz="1550" b="0" u="none" spc="105" strike="noStrike">
                <a:solidFill>
                  <a:srgbClr val="E1E6E9"/>
                </a:solidFill>
                <a:effectLst/>
                <a:uFillTx/>
                <a:latin typeface="Cambria"/>
              </a:rPr>
              <a:t>Secure</a:t>
            </a:r>
            <a:r>
              <a:rPr lang="en-IN" sz="1550" b="0" u="none" spc="-14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1550" b="0" u="none" spc="99" strike="noStrike">
                <a:solidFill>
                  <a:srgbClr val="E1E6E9"/>
                </a:solidFill>
                <a:effectLst/>
                <a:uFillTx/>
                <a:latin typeface="Cambria"/>
              </a:rPr>
              <a:t>user</a:t>
            </a:r>
            <a:r>
              <a:rPr lang="en-IN" sz="1550" b="0" u="none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1550" b="0" u="none" spc="91" strike="noStrike">
                <a:solidFill>
                  <a:srgbClr val="E1E6E9"/>
                </a:solidFill>
                <a:effectLst/>
                <a:uFillTx/>
                <a:latin typeface="Cambria"/>
              </a:rPr>
              <a:t>access.</a:t>
            </a:r>
            <a:endParaRPr lang="en-IN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4" name="object 10"/>
          <p:cNvGrpSpPr/>
          <p:nvPr/>
        </p:nvGrpSpPr>
        <p:grpSpPr>
          <a:xfrm>
            <a:off x="6329880" y="3643920"/>
            <a:ext cx="7565040" cy="1947960"/>
            <a:chOff x="6329880" y="3643920"/>
            <a:chExt cx="7565040" cy="1947960"/>
          </a:xfrm>
        </p:grpSpPr>
        <p:sp>
          <p:nvSpPr>
            <p:cNvPr id="55" name="object 11"/>
            <p:cNvSpPr/>
            <p:nvPr/>
          </p:nvSpPr>
          <p:spPr>
            <a:xfrm>
              <a:off x="6329880" y="3643920"/>
              <a:ext cx="7565040" cy="1947960"/>
            </a:xfrm>
            <a:custGeom>
              <a:avLst/>
              <a:gdLst>
                <a:gd name="textAreaLeft" fmla="*/ 0 w 7565040"/>
                <a:gd name="textAreaRight" fmla="*/ 7565400 w 7565040"/>
                <a:gd name="textAreaTop" fmla="*/ 0 h 1947960"/>
                <a:gd name="textAreaBottom" fmla="*/ 1948320 h 1947960"/>
              </a:gdLst>
              <a:ahLst/>
              <a:cxnLst/>
              <a:rect l="textAreaLeft" t="textAreaTop" r="textAreaRight" b="textAreaBottom"/>
              <a:pathLst>
                <a:path w="7565390" h="1948179">
                  <a:moveTo>
                    <a:pt x="7481951" y="0"/>
                  </a:moveTo>
                  <a:lnTo>
                    <a:pt x="83185" y="0"/>
                  </a:lnTo>
                  <a:lnTo>
                    <a:pt x="50792" y="6532"/>
                  </a:lnTo>
                  <a:lnTo>
                    <a:pt x="24352" y="24352"/>
                  </a:lnTo>
                  <a:lnTo>
                    <a:pt x="6532" y="50792"/>
                  </a:lnTo>
                  <a:lnTo>
                    <a:pt x="0" y="83185"/>
                  </a:lnTo>
                  <a:lnTo>
                    <a:pt x="0" y="1864487"/>
                  </a:lnTo>
                  <a:lnTo>
                    <a:pt x="6532" y="1896879"/>
                  </a:lnTo>
                  <a:lnTo>
                    <a:pt x="24352" y="1923319"/>
                  </a:lnTo>
                  <a:lnTo>
                    <a:pt x="50792" y="1941139"/>
                  </a:lnTo>
                  <a:lnTo>
                    <a:pt x="83185" y="1947671"/>
                  </a:lnTo>
                  <a:lnTo>
                    <a:pt x="7481951" y="1947671"/>
                  </a:lnTo>
                  <a:lnTo>
                    <a:pt x="7514343" y="1941139"/>
                  </a:lnTo>
                  <a:lnTo>
                    <a:pt x="7540783" y="1923319"/>
                  </a:lnTo>
                  <a:lnTo>
                    <a:pt x="7558603" y="1896879"/>
                  </a:lnTo>
                  <a:lnTo>
                    <a:pt x="7565136" y="1864487"/>
                  </a:lnTo>
                  <a:lnTo>
                    <a:pt x="7565136" y="83185"/>
                  </a:lnTo>
                  <a:lnTo>
                    <a:pt x="7558603" y="50792"/>
                  </a:lnTo>
                  <a:lnTo>
                    <a:pt x="7540783" y="24352"/>
                  </a:lnTo>
                  <a:lnTo>
                    <a:pt x="7514343" y="6532"/>
                  </a:lnTo>
                  <a:lnTo>
                    <a:pt x="7481951" y="0"/>
                  </a:lnTo>
                  <a:close/>
                </a:path>
              </a:pathLst>
            </a:custGeom>
            <a:solidFill>
              <a:srgbClr val="0030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" name="object 12"/>
            <p:cNvSpPr/>
            <p:nvPr/>
          </p:nvSpPr>
          <p:spPr>
            <a:xfrm>
              <a:off x="6329880" y="3643920"/>
              <a:ext cx="7565040" cy="1947960"/>
            </a:xfrm>
            <a:custGeom>
              <a:avLst/>
              <a:gdLst>
                <a:gd name="textAreaLeft" fmla="*/ 0 w 7565040"/>
                <a:gd name="textAreaRight" fmla="*/ 7565400 w 7565040"/>
                <a:gd name="textAreaTop" fmla="*/ 0 h 1947960"/>
                <a:gd name="textAreaBottom" fmla="*/ 1948320 h 1947960"/>
              </a:gdLst>
              <a:ahLst/>
              <a:cxnLst/>
              <a:rect l="textAreaLeft" t="textAreaTop" r="textAreaRight" b="textAreaBottom"/>
              <a:pathLst>
                <a:path w="7565390" h="1948179">
                  <a:moveTo>
                    <a:pt x="0" y="83185"/>
                  </a:moveTo>
                  <a:lnTo>
                    <a:pt x="6532" y="50792"/>
                  </a:lnTo>
                  <a:lnTo>
                    <a:pt x="24352" y="24352"/>
                  </a:lnTo>
                  <a:lnTo>
                    <a:pt x="50792" y="6532"/>
                  </a:lnTo>
                  <a:lnTo>
                    <a:pt x="83185" y="0"/>
                  </a:lnTo>
                  <a:lnTo>
                    <a:pt x="7481951" y="0"/>
                  </a:lnTo>
                  <a:lnTo>
                    <a:pt x="7514343" y="6532"/>
                  </a:lnTo>
                  <a:lnTo>
                    <a:pt x="7540783" y="24352"/>
                  </a:lnTo>
                  <a:lnTo>
                    <a:pt x="7558603" y="50792"/>
                  </a:lnTo>
                  <a:lnTo>
                    <a:pt x="7565136" y="83185"/>
                  </a:lnTo>
                  <a:lnTo>
                    <a:pt x="7565136" y="1864487"/>
                  </a:lnTo>
                  <a:lnTo>
                    <a:pt x="7558603" y="1896879"/>
                  </a:lnTo>
                  <a:lnTo>
                    <a:pt x="7540783" y="1923319"/>
                  </a:lnTo>
                  <a:lnTo>
                    <a:pt x="7514343" y="1941139"/>
                  </a:lnTo>
                  <a:lnTo>
                    <a:pt x="7481951" y="1947671"/>
                  </a:lnTo>
                  <a:lnTo>
                    <a:pt x="83185" y="1947671"/>
                  </a:lnTo>
                  <a:lnTo>
                    <a:pt x="50792" y="1941139"/>
                  </a:lnTo>
                  <a:lnTo>
                    <a:pt x="24352" y="1923319"/>
                  </a:lnTo>
                  <a:lnTo>
                    <a:pt x="6532" y="1896879"/>
                  </a:lnTo>
                  <a:lnTo>
                    <a:pt x="0" y="1864487"/>
                  </a:lnTo>
                  <a:lnTo>
                    <a:pt x="0" y="83185"/>
                  </a:lnTo>
                  <a:close/>
                </a:path>
              </a:pathLst>
            </a:custGeom>
            <a:noFill/>
            <a:ln w="9144">
              <a:solidFill>
                <a:srgbClr val="1849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" name="object 13"/>
            <p:cNvSpPr/>
            <p:nvPr/>
          </p:nvSpPr>
          <p:spPr>
            <a:xfrm>
              <a:off x="6535800" y="3849840"/>
              <a:ext cx="591480" cy="591480"/>
            </a:xfrm>
            <a:custGeom>
              <a:avLst/>
              <a:gdLst>
                <a:gd name="textAreaLeft" fmla="*/ 0 w 591480"/>
                <a:gd name="textAreaRight" fmla="*/ 591840 w 591480"/>
                <a:gd name="textAreaTop" fmla="*/ 0 h 591480"/>
                <a:gd name="textAreaBottom" fmla="*/ 591840 h 591480"/>
              </a:gdLst>
              <a:ahLst/>
              <a:cxnLst/>
              <a:rect l="textAreaLeft" t="textAreaTop" r="textAreaRight" b="textAreaBottom"/>
              <a:pathLst>
                <a:path w="591820" h="591820">
                  <a:moveTo>
                    <a:pt x="295655" y="0"/>
                  </a:moveTo>
                  <a:lnTo>
                    <a:pt x="247690" y="3868"/>
                  </a:lnTo>
                  <a:lnTo>
                    <a:pt x="202192" y="15069"/>
                  </a:lnTo>
                  <a:lnTo>
                    <a:pt x="159769" y="32993"/>
                  </a:lnTo>
                  <a:lnTo>
                    <a:pt x="121029" y="57034"/>
                  </a:lnTo>
                  <a:lnTo>
                    <a:pt x="86582" y="86582"/>
                  </a:lnTo>
                  <a:lnTo>
                    <a:pt x="57034" y="121029"/>
                  </a:lnTo>
                  <a:lnTo>
                    <a:pt x="32993" y="159769"/>
                  </a:lnTo>
                  <a:lnTo>
                    <a:pt x="15069" y="202192"/>
                  </a:lnTo>
                  <a:lnTo>
                    <a:pt x="3868" y="247690"/>
                  </a:lnTo>
                  <a:lnTo>
                    <a:pt x="0" y="295656"/>
                  </a:lnTo>
                  <a:lnTo>
                    <a:pt x="3868" y="343621"/>
                  </a:lnTo>
                  <a:lnTo>
                    <a:pt x="15069" y="389119"/>
                  </a:lnTo>
                  <a:lnTo>
                    <a:pt x="32993" y="431542"/>
                  </a:lnTo>
                  <a:lnTo>
                    <a:pt x="57034" y="470282"/>
                  </a:lnTo>
                  <a:lnTo>
                    <a:pt x="86582" y="504729"/>
                  </a:lnTo>
                  <a:lnTo>
                    <a:pt x="121029" y="534277"/>
                  </a:lnTo>
                  <a:lnTo>
                    <a:pt x="159769" y="558318"/>
                  </a:lnTo>
                  <a:lnTo>
                    <a:pt x="202192" y="576242"/>
                  </a:lnTo>
                  <a:lnTo>
                    <a:pt x="247690" y="587443"/>
                  </a:lnTo>
                  <a:lnTo>
                    <a:pt x="295655" y="591312"/>
                  </a:lnTo>
                  <a:lnTo>
                    <a:pt x="343621" y="587443"/>
                  </a:lnTo>
                  <a:lnTo>
                    <a:pt x="389119" y="576242"/>
                  </a:lnTo>
                  <a:lnTo>
                    <a:pt x="431542" y="558318"/>
                  </a:lnTo>
                  <a:lnTo>
                    <a:pt x="470282" y="534277"/>
                  </a:lnTo>
                  <a:lnTo>
                    <a:pt x="504729" y="504729"/>
                  </a:lnTo>
                  <a:lnTo>
                    <a:pt x="534277" y="470282"/>
                  </a:lnTo>
                  <a:lnTo>
                    <a:pt x="558318" y="431542"/>
                  </a:lnTo>
                  <a:lnTo>
                    <a:pt x="576242" y="389119"/>
                  </a:lnTo>
                  <a:lnTo>
                    <a:pt x="587443" y="343621"/>
                  </a:lnTo>
                  <a:lnTo>
                    <a:pt x="591311" y="295656"/>
                  </a:lnTo>
                  <a:lnTo>
                    <a:pt x="587443" y="247690"/>
                  </a:lnTo>
                  <a:lnTo>
                    <a:pt x="576242" y="202192"/>
                  </a:lnTo>
                  <a:lnTo>
                    <a:pt x="558318" y="159769"/>
                  </a:lnTo>
                  <a:lnTo>
                    <a:pt x="534277" y="121029"/>
                  </a:lnTo>
                  <a:lnTo>
                    <a:pt x="504729" y="86582"/>
                  </a:lnTo>
                  <a:lnTo>
                    <a:pt x="470282" y="57034"/>
                  </a:lnTo>
                  <a:lnTo>
                    <a:pt x="431542" y="32993"/>
                  </a:lnTo>
                  <a:lnTo>
                    <a:pt x="389119" y="15069"/>
                  </a:lnTo>
                  <a:lnTo>
                    <a:pt x="343621" y="3868"/>
                  </a:lnTo>
                  <a:lnTo>
                    <a:pt x="295655" y="0"/>
                  </a:lnTo>
                  <a:close/>
                </a:path>
              </a:pathLst>
            </a:custGeom>
            <a:solidFill>
              <a:srgbClr val="5F9D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58" name="object 14"/>
            <p:cNvPicPr/>
            <p:nvPr/>
          </p:nvPicPr>
          <p:blipFill>
            <a:blip r:embed="rId3"/>
            <a:stretch/>
          </p:blipFill>
          <p:spPr>
            <a:xfrm>
              <a:off x="6697080" y="4011480"/>
              <a:ext cx="267840" cy="2678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59" name="object 15"/>
          <p:cNvSpPr/>
          <p:nvPr/>
        </p:nvSpPr>
        <p:spPr>
          <a:xfrm>
            <a:off x="7560000" y="3960000"/>
            <a:ext cx="2415960" cy="74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IN" sz="1900" b="0" u="none" spc="281" strike="noStrike">
                <a:solidFill>
                  <a:srgbClr val="E1E6E9"/>
                </a:solidFill>
                <a:effectLst/>
                <a:uFillTx/>
                <a:latin typeface="Cambria"/>
              </a:rPr>
              <a:t>AI-</a:t>
            </a:r>
            <a:r>
              <a:rPr lang="en-IN" sz="1900" b="0" u="none" spc="125" strike="noStrike">
                <a:solidFill>
                  <a:srgbClr val="E1E6E9"/>
                </a:solidFill>
                <a:effectLst/>
                <a:uFillTx/>
                <a:latin typeface="Cambria"/>
              </a:rPr>
              <a:t>Assisted</a:t>
            </a:r>
            <a:r>
              <a:rPr lang="en-IN" sz="1900" b="0" u="none" spc="45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1900" b="0" u="none" spc="99" strike="noStrike">
                <a:solidFill>
                  <a:srgbClr val="E1E6E9"/>
                </a:solidFill>
                <a:effectLst/>
                <a:uFillTx/>
                <a:latin typeface="Cambria"/>
              </a:rPr>
              <a:t>Queries</a:t>
            </a:r>
            <a:endParaRPr lang="en-IN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511"/>
              </a:spcBef>
            </a:pPr>
            <a:r>
              <a:rPr lang="en-IN" sz="1550" b="0" u="none" spc="113" strike="noStrike">
                <a:solidFill>
                  <a:srgbClr val="E1E6E9"/>
                </a:solidFill>
                <a:effectLst/>
                <a:uFillTx/>
                <a:latin typeface="Cambria"/>
              </a:rPr>
              <a:t>Intelligent</a:t>
            </a:r>
            <a:r>
              <a:rPr lang="en-IN" sz="1550" b="0" u="none" spc="-31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1550" b="0" u="none" spc="105" strike="noStrike">
                <a:solidFill>
                  <a:srgbClr val="E1E6E9"/>
                </a:solidFill>
                <a:effectLst/>
                <a:uFillTx/>
                <a:latin typeface="Cambria"/>
              </a:rPr>
              <a:t>voice</a:t>
            </a:r>
            <a:r>
              <a:rPr lang="en-IN" sz="1550" b="0" u="none" spc="-20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1550" b="0" u="none" spc="85" strike="noStrike">
                <a:solidFill>
                  <a:srgbClr val="E1E6E9"/>
                </a:solidFill>
                <a:effectLst/>
                <a:uFillTx/>
                <a:latin typeface="Cambria"/>
              </a:rPr>
              <a:t>queries.</a:t>
            </a:r>
            <a:endParaRPr lang="en-IN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0" name="object 16"/>
          <p:cNvGrpSpPr/>
          <p:nvPr/>
        </p:nvGrpSpPr>
        <p:grpSpPr>
          <a:xfrm>
            <a:off x="6277320" y="5747040"/>
            <a:ext cx="7565040" cy="1944720"/>
            <a:chOff x="6277320" y="5747040"/>
            <a:chExt cx="7565040" cy="1944720"/>
          </a:xfrm>
        </p:grpSpPr>
        <p:sp>
          <p:nvSpPr>
            <p:cNvPr id="61" name="object 17"/>
            <p:cNvSpPr/>
            <p:nvPr/>
          </p:nvSpPr>
          <p:spPr>
            <a:xfrm>
              <a:off x="6277320" y="5747040"/>
              <a:ext cx="7565040" cy="1944720"/>
            </a:xfrm>
            <a:custGeom>
              <a:avLst/>
              <a:gdLst>
                <a:gd name="textAreaLeft" fmla="*/ 0 w 7565040"/>
                <a:gd name="textAreaRight" fmla="*/ 7565400 w 7565040"/>
                <a:gd name="textAreaTop" fmla="*/ 0 h 1944720"/>
                <a:gd name="textAreaBottom" fmla="*/ 1945080 h 1944720"/>
              </a:gdLst>
              <a:ahLst/>
              <a:cxnLst/>
              <a:rect l="textAreaLeft" t="textAreaTop" r="textAreaRight" b="textAreaBottom"/>
              <a:pathLst>
                <a:path w="7565390" h="1945004">
                  <a:moveTo>
                    <a:pt x="7482078" y="0"/>
                  </a:moveTo>
                  <a:lnTo>
                    <a:pt x="83058" y="0"/>
                  </a:lnTo>
                  <a:lnTo>
                    <a:pt x="50738" y="6530"/>
                  </a:lnTo>
                  <a:lnTo>
                    <a:pt x="24336" y="24336"/>
                  </a:lnTo>
                  <a:lnTo>
                    <a:pt x="6530" y="50738"/>
                  </a:lnTo>
                  <a:lnTo>
                    <a:pt x="0" y="83058"/>
                  </a:lnTo>
                  <a:lnTo>
                    <a:pt x="0" y="1861578"/>
                  </a:lnTo>
                  <a:lnTo>
                    <a:pt x="6530" y="1893906"/>
                  </a:lnTo>
                  <a:lnTo>
                    <a:pt x="24336" y="1920303"/>
                  </a:lnTo>
                  <a:lnTo>
                    <a:pt x="50738" y="1938098"/>
                  </a:lnTo>
                  <a:lnTo>
                    <a:pt x="83058" y="1944624"/>
                  </a:lnTo>
                  <a:lnTo>
                    <a:pt x="7482078" y="1944624"/>
                  </a:lnTo>
                  <a:lnTo>
                    <a:pt x="7514397" y="1938098"/>
                  </a:lnTo>
                  <a:lnTo>
                    <a:pt x="7540799" y="1920303"/>
                  </a:lnTo>
                  <a:lnTo>
                    <a:pt x="7558605" y="1893906"/>
                  </a:lnTo>
                  <a:lnTo>
                    <a:pt x="7565136" y="1861578"/>
                  </a:lnTo>
                  <a:lnTo>
                    <a:pt x="7565136" y="83058"/>
                  </a:lnTo>
                  <a:lnTo>
                    <a:pt x="7558605" y="50738"/>
                  </a:lnTo>
                  <a:lnTo>
                    <a:pt x="7540799" y="24336"/>
                  </a:lnTo>
                  <a:lnTo>
                    <a:pt x="7514397" y="6530"/>
                  </a:lnTo>
                  <a:lnTo>
                    <a:pt x="7482078" y="0"/>
                  </a:lnTo>
                  <a:close/>
                </a:path>
              </a:pathLst>
            </a:custGeom>
            <a:solidFill>
              <a:srgbClr val="0030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" name="object 18"/>
            <p:cNvSpPr/>
            <p:nvPr/>
          </p:nvSpPr>
          <p:spPr>
            <a:xfrm>
              <a:off x="6277320" y="5747040"/>
              <a:ext cx="7565040" cy="1944720"/>
            </a:xfrm>
            <a:custGeom>
              <a:avLst/>
              <a:gdLst>
                <a:gd name="textAreaLeft" fmla="*/ 0 w 7565040"/>
                <a:gd name="textAreaRight" fmla="*/ 7565400 w 7565040"/>
                <a:gd name="textAreaTop" fmla="*/ 0 h 1944720"/>
                <a:gd name="textAreaBottom" fmla="*/ 1945080 h 1944720"/>
              </a:gdLst>
              <a:ahLst/>
              <a:cxnLst/>
              <a:rect l="textAreaLeft" t="textAreaTop" r="textAreaRight" b="textAreaBottom"/>
              <a:pathLst>
                <a:path w="7565390" h="1945004">
                  <a:moveTo>
                    <a:pt x="0" y="83058"/>
                  </a:moveTo>
                  <a:lnTo>
                    <a:pt x="6530" y="50738"/>
                  </a:lnTo>
                  <a:lnTo>
                    <a:pt x="24336" y="24336"/>
                  </a:lnTo>
                  <a:lnTo>
                    <a:pt x="50738" y="6530"/>
                  </a:lnTo>
                  <a:lnTo>
                    <a:pt x="83058" y="0"/>
                  </a:lnTo>
                  <a:lnTo>
                    <a:pt x="7482078" y="0"/>
                  </a:lnTo>
                  <a:lnTo>
                    <a:pt x="7514397" y="6530"/>
                  </a:lnTo>
                  <a:lnTo>
                    <a:pt x="7540799" y="24336"/>
                  </a:lnTo>
                  <a:lnTo>
                    <a:pt x="7558605" y="50738"/>
                  </a:lnTo>
                  <a:lnTo>
                    <a:pt x="7565136" y="83058"/>
                  </a:lnTo>
                  <a:lnTo>
                    <a:pt x="7565136" y="1861578"/>
                  </a:lnTo>
                  <a:lnTo>
                    <a:pt x="7558605" y="1893906"/>
                  </a:lnTo>
                  <a:lnTo>
                    <a:pt x="7540799" y="1920303"/>
                  </a:lnTo>
                  <a:lnTo>
                    <a:pt x="7514397" y="1938098"/>
                  </a:lnTo>
                  <a:lnTo>
                    <a:pt x="7482078" y="1944624"/>
                  </a:lnTo>
                  <a:lnTo>
                    <a:pt x="83058" y="1944624"/>
                  </a:lnTo>
                  <a:lnTo>
                    <a:pt x="50738" y="1938098"/>
                  </a:lnTo>
                  <a:lnTo>
                    <a:pt x="24336" y="1920303"/>
                  </a:lnTo>
                  <a:lnTo>
                    <a:pt x="6530" y="1893906"/>
                  </a:lnTo>
                  <a:lnTo>
                    <a:pt x="0" y="1861578"/>
                  </a:lnTo>
                  <a:lnTo>
                    <a:pt x="0" y="83058"/>
                  </a:lnTo>
                  <a:close/>
                </a:path>
              </a:pathLst>
            </a:custGeom>
            <a:noFill/>
            <a:ln w="9144">
              <a:solidFill>
                <a:srgbClr val="1849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" name="object 19"/>
            <p:cNvSpPr/>
            <p:nvPr/>
          </p:nvSpPr>
          <p:spPr>
            <a:xfrm>
              <a:off x="6483240" y="5949720"/>
              <a:ext cx="591480" cy="591480"/>
            </a:xfrm>
            <a:custGeom>
              <a:avLst/>
              <a:gdLst>
                <a:gd name="textAreaLeft" fmla="*/ 0 w 591480"/>
                <a:gd name="textAreaRight" fmla="*/ 591840 w 591480"/>
                <a:gd name="textAreaTop" fmla="*/ 0 h 591480"/>
                <a:gd name="textAreaBottom" fmla="*/ 591840 h 591480"/>
              </a:gdLst>
              <a:ahLst/>
              <a:cxnLst/>
              <a:rect l="textAreaLeft" t="textAreaTop" r="textAreaRight" b="textAreaBottom"/>
              <a:pathLst>
                <a:path w="591820" h="591820">
                  <a:moveTo>
                    <a:pt x="295655" y="0"/>
                  </a:moveTo>
                  <a:lnTo>
                    <a:pt x="247690" y="3868"/>
                  </a:lnTo>
                  <a:lnTo>
                    <a:pt x="202192" y="15069"/>
                  </a:lnTo>
                  <a:lnTo>
                    <a:pt x="159769" y="32993"/>
                  </a:lnTo>
                  <a:lnTo>
                    <a:pt x="121029" y="57034"/>
                  </a:lnTo>
                  <a:lnTo>
                    <a:pt x="86582" y="86582"/>
                  </a:lnTo>
                  <a:lnTo>
                    <a:pt x="57034" y="121029"/>
                  </a:lnTo>
                  <a:lnTo>
                    <a:pt x="32993" y="159769"/>
                  </a:lnTo>
                  <a:lnTo>
                    <a:pt x="15069" y="202192"/>
                  </a:lnTo>
                  <a:lnTo>
                    <a:pt x="3868" y="247690"/>
                  </a:lnTo>
                  <a:lnTo>
                    <a:pt x="0" y="295655"/>
                  </a:lnTo>
                  <a:lnTo>
                    <a:pt x="3868" y="343621"/>
                  </a:lnTo>
                  <a:lnTo>
                    <a:pt x="15069" y="389119"/>
                  </a:lnTo>
                  <a:lnTo>
                    <a:pt x="32993" y="431542"/>
                  </a:lnTo>
                  <a:lnTo>
                    <a:pt x="57034" y="470282"/>
                  </a:lnTo>
                  <a:lnTo>
                    <a:pt x="86582" y="504729"/>
                  </a:lnTo>
                  <a:lnTo>
                    <a:pt x="121029" y="534277"/>
                  </a:lnTo>
                  <a:lnTo>
                    <a:pt x="159769" y="558318"/>
                  </a:lnTo>
                  <a:lnTo>
                    <a:pt x="202192" y="576242"/>
                  </a:lnTo>
                  <a:lnTo>
                    <a:pt x="247690" y="587443"/>
                  </a:lnTo>
                  <a:lnTo>
                    <a:pt x="295655" y="591311"/>
                  </a:lnTo>
                  <a:lnTo>
                    <a:pt x="343621" y="587443"/>
                  </a:lnTo>
                  <a:lnTo>
                    <a:pt x="389119" y="576242"/>
                  </a:lnTo>
                  <a:lnTo>
                    <a:pt x="431542" y="558318"/>
                  </a:lnTo>
                  <a:lnTo>
                    <a:pt x="470282" y="534277"/>
                  </a:lnTo>
                  <a:lnTo>
                    <a:pt x="504729" y="504729"/>
                  </a:lnTo>
                  <a:lnTo>
                    <a:pt x="534277" y="470282"/>
                  </a:lnTo>
                  <a:lnTo>
                    <a:pt x="558318" y="431542"/>
                  </a:lnTo>
                  <a:lnTo>
                    <a:pt x="576242" y="389119"/>
                  </a:lnTo>
                  <a:lnTo>
                    <a:pt x="587443" y="343621"/>
                  </a:lnTo>
                  <a:lnTo>
                    <a:pt x="591311" y="295655"/>
                  </a:lnTo>
                  <a:lnTo>
                    <a:pt x="587443" y="247690"/>
                  </a:lnTo>
                  <a:lnTo>
                    <a:pt x="576242" y="202192"/>
                  </a:lnTo>
                  <a:lnTo>
                    <a:pt x="558318" y="159769"/>
                  </a:lnTo>
                  <a:lnTo>
                    <a:pt x="534277" y="121029"/>
                  </a:lnTo>
                  <a:lnTo>
                    <a:pt x="504729" y="86582"/>
                  </a:lnTo>
                  <a:lnTo>
                    <a:pt x="470282" y="57034"/>
                  </a:lnTo>
                  <a:lnTo>
                    <a:pt x="431542" y="32993"/>
                  </a:lnTo>
                  <a:lnTo>
                    <a:pt x="389119" y="15069"/>
                  </a:lnTo>
                  <a:lnTo>
                    <a:pt x="343621" y="3868"/>
                  </a:lnTo>
                  <a:lnTo>
                    <a:pt x="295655" y="0"/>
                  </a:lnTo>
                  <a:close/>
                </a:path>
              </a:pathLst>
            </a:custGeom>
            <a:solidFill>
              <a:srgbClr val="5F9D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64" name="object 20"/>
            <p:cNvPicPr/>
            <p:nvPr/>
          </p:nvPicPr>
          <p:blipFill>
            <a:blip r:embed="rId4"/>
            <a:stretch/>
          </p:blipFill>
          <p:spPr>
            <a:xfrm>
              <a:off x="6644520" y="6111360"/>
              <a:ext cx="267840" cy="2678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65" name="object 21"/>
          <p:cNvSpPr/>
          <p:nvPr/>
        </p:nvSpPr>
        <p:spPr>
          <a:xfrm>
            <a:off x="7380000" y="6120000"/>
            <a:ext cx="3575160" cy="74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IN" sz="1900" b="0" u="none" spc="150" strike="noStrike">
                <a:solidFill>
                  <a:srgbClr val="E1E6E9"/>
                </a:solidFill>
                <a:effectLst/>
                <a:uFillTx/>
                <a:latin typeface="Cambria"/>
              </a:rPr>
              <a:t>Appointment</a:t>
            </a:r>
            <a:r>
              <a:rPr lang="en-IN" sz="1900" b="0" u="none" spc="71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1900" b="0" u="none" spc="139" strike="noStrike">
                <a:solidFill>
                  <a:srgbClr val="E1E6E9"/>
                </a:solidFill>
                <a:effectLst/>
                <a:uFillTx/>
                <a:latin typeface="Cambria"/>
              </a:rPr>
              <a:t>Automation</a:t>
            </a:r>
            <a:endParaRPr lang="en-IN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511"/>
              </a:spcBef>
            </a:pPr>
            <a:r>
              <a:rPr lang="en-IN" sz="1550" b="0" u="none" spc="119" strike="noStrike">
                <a:solidFill>
                  <a:srgbClr val="E1E6E9"/>
                </a:solidFill>
                <a:effectLst/>
                <a:uFillTx/>
                <a:latin typeface="Cambria"/>
              </a:rPr>
              <a:t>Automated</a:t>
            </a:r>
            <a:r>
              <a:rPr lang="en-IN" sz="1550" b="0" u="none" spc="-34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1550" b="0" u="none" spc="130" strike="noStrike">
                <a:solidFill>
                  <a:srgbClr val="E1E6E9"/>
                </a:solidFill>
                <a:effectLst/>
                <a:uFillTx/>
                <a:latin typeface="Cambria"/>
              </a:rPr>
              <a:t>appointment</a:t>
            </a:r>
            <a:r>
              <a:rPr lang="en-IN" sz="1550" b="0" u="none" spc="-65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1550" b="0" u="none" spc="111" strike="noStrike">
                <a:solidFill>
                  <a:srgbClr val="E1E6E9"/>
                </a:solidFill>
                <a:effectLst/>
                <a:uFillTx/>
                <a:latin typeface="Cambria"/>
              </a:rPr>
              <a:t>scheduling.</a:t>
            </a:r>
            <a:endParaRPr lang="en-IN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6" name="object 22"/>
          <p:cNvPicPr/>
          <p:nvPr/>
        </p:nvPicPr>
        <p:blipFill>
          <a:blip r:embed="rId5"/>
          <a:stretch/>
        </p:blipFill>
        <p:spPr>
          <a:xfrm>
            <a:off x="12776040" y="7738200"/>
            <a:ext cx="1852920" cy="465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object 2"/>
          <p:cNvGrpSpPr/>
          <p:nvPr/>
        </p:nvGrpSpPr>
        <p:grpSpPr>
          <a:xfrm>
            <a:off x="7583400" y="1819800"/>
            <a:ext cx="7046640" cy="6307920"/>
            <a:chOff x="7583400" y="1819800"/>
            <a:chExt cx="7046640" cy="6307920"/>
          </a:xfrm>
        </p:grpSpPr>
        <p:pic>
          <p:nvPicPr>
            <p:cNvPr id="68" name="object 3"/>
            <p:cNvPicPr/>
            <p:nvPr/>
          </p:nvPicPr>
          <p:blipFill>
            <a:blip r:embed="rId1"/>
            <a:stretch/>
          </p:blipFill>
          <p:spPr>
            <a:xfrm>
              <a:off x="7583400" y="1819800"/>
              <a:ext cx="6196320" cy="62845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9" name="object 4"/>
            <p:cNvPicPr/>
            <p:nvPr/>
          </p:nvPicPr>
          <p:blipFill>
            <a:blip r:embed="rId2"/>
            <a:stretch/>
          </p:blipFill>
          <p:spPr>
            <a:xfrm>
              <a:off x="13716000" y="7797600"/>
              <a:ext cx="914040" cy="3301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44560" y="549720"/>
            <a:ext cx="5786280" cy="66564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99"/>
              </a:spcBef>
              <a:buNone/>
            </a:pPr>
            <a:r>
              <a:rPr lang="en-IN" sz="4200" b="0" u="none" spc="334" strike="noStrike">
                <a:solidFill>
                  <a:srgbClr val="F5EFEF"/>
                </a:solidFill>
                <a:effectLst/>
                <a:uFillTx/>
                <a:latin typeface="Cambria"/>
              </a:rPr>
              <a:t>Platform</a:t>
            </a:r>
            <a:r>
              <a:rPr lang="en-IN" sz="4200" b="0" u="none" spc="96" strike="noStrike">
                <a:solidFill>
                  <a:srgbClr val="F5EFEF"/>
                </a:solidFill>
                <a:effectLst/>
                <a:uFillTx/>
                <a:latin typeface="Cambria"/>
              </a:rPr>
              <a:t> </a:t>
            </a:r>
            <a:r>
              <a:rPr lang="en-IN" sz="4200" b="0" u="none" spc="249" strike="noStrike">
                <a:solidFill>
                  <a:srgbClr val="F5EFEF"/>
                </a:solidFill>
                <a:effectLst/>
                <a:uFillTx/>
                <a:latin typeface="Cambria"/>
              </a:rPr>
              <a:t>Architecture</a:t>
            </a:r>
            <a:endParaRPr lang="en-IN" sz="4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1" name="object 6"/>
          <p:cNvSpPr/>
          <p:nvPr/>
        </p:nvSpPr>
        <p:spPr>
          <a:xfrm>
            <a:off x="844560" y="1769760"/>
            <a:ext cx="5722920" cy="308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IN" sz="2500" b="0" u="none" spc="286" strike="noStrike">
                <a:solidFill>
                  <a:srgbClr val="F5EFEF"/>
                </a:solidFill>
                <a:effectLst/>
                <a:uFillTx/>
                <a:latin typeface="Cambria"/>
              </a:rPr>
              <a:t>Full-</a:t>
            </a:r>
            <a:r>
              <a:rPr lang="en-IN" sz="2500" b="0" u="none" spc="176" strike="noStrike">
                <a:solidFill>
                  <a:srgbClr val="F5EFEF"/>
                </a:solidFill>
                <a:effectLst/>
                <a:uFillTx/>
                <a:latin typeface="Cambria"/>
              </a:rPr>
              <a:t>Stack</a:t>
            </a:r>
            <a:r>
              <a:rPr lang="en-IN" sz="2500" b="0" u="none" spc="99" strike="noStrike">
                <a:solidFill>
                  <a:srgbClr val="F5EFEF"/>
                </a:solidFill>
                <a:effectLst/>
                <a:uFillTx/>
                <a:latin typeface="Cambria"/>
              </a:rPr>
              <a:t> </a:t>
            </a:r>
            <a:r>
              <a:rPr lang="en-IN" sz="2500" b="0" u="none" spc="181" strike="noStrike">
                <a:solidFill>
                  <a:srgbClr val="F5EFEF"/>
                </a:solidFill>
                <a:effectLst/>
                <a:uFillTx/>
                <a:latin typeface="Cambria"/>
              </a:rPr>
              <a:t>Insurance</a:t>
            </a:r>
            <a:r>
              <a:rPr lang="en-IN" sz="2500" b="0" u="none" spc="74" strike="noStrike">
                <a:solidFill>
                  <a:srgbClr val="F5EFEF"/>
                </a:solidFill>
                <a:effectLst/>
                <a:uFillTx/>
                <a:latin typeface="Cambria"/>
              </a:rPr>
              <a:t> </a:t>
            </a:r>
            <a:r>
              <a:rPr lang="en-IN" sz="2500" b="0" u="none" spc="176" strike="noStrike">
                <a:solidFill>
                  <a:srgbClr val="F5EFEF"/>
                </a:solidFill>
                <a:effectLst/>
                <a:uFillTx/>
                <a:latin typeface="Cambria"/>
              </a:rPr>
              <a:t>Solution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2319"/>
              </a:spcBef>
            </a:pPr>
            <a:r>
              <a:rPr lang="en-IN" sz="1650" b="0" u="none" spc="170" strike="noStrike">
                <a:solidFill>
                  <a:srgbClr val="E1E6E9"/>
                </a:solidFill>
                <a:effectLst/>
                <a:uFillTx/>
                <a:latin typeface="Cambria"/>
              </a:rPr>
              <a:t>Infosys_InsurAI</a:t>
            </a:r>
            <a:r>
              <a:rPr lang="en-IN" sz="1650" b="0" u="none" spc="-60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1650" b="0" u="none" spc="113" strike="noStrike">
                <a:solidFill>
                  <a:srgbClr val="E1E6E9"/>
                </a:solidFill>
                <a:effectLst/>
                <a:uFillTx/>
                <a:latin typeface="Cambria"/>
              </a:rPr>
              <a:t>digitizes</a:t>
            </a:r>
            <a:r>
              <a:rPr lang="en-IN" sz="1650" b="0" u="none" spc="20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1650" b="0" u="none" spc="105" strike="noStrike">
                <a:solidFill>
                  <a:srgbClr val="E1E6E9"/>
                </a:solidFill>
                <a:effectLst/>
                <a:uFillTx/>
                <a:latin typeface="Cambria"/>
              </a:rPr>
              <a:t>user</a:t>
            </a:r>
            <a:r>
              <a:rPr lang="en-IN" sz="1650" b="0" u="none" spc="-6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1650" b="0" u="none" spc="136" strike="noStrike">
                <a:solidFill>
                  <a:srgbClr val="E1E6E9"/>
                </a:solidFill>
                <a:effectLst/>
                <a:uFillTx/>
                <a:latin typeface="Cambria"/>
              </a:rPr>
              <a:t>onboarding,</a:t>
            </a:r>
            <a:r>
              <a:rPr lang="en-IN" sz="1650" b="0" u="none" spc="-34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1650" b="0" u="none" spc="130" strike="noStrike">
                <a:solidFill>
                  <a:srgbClr val="E1E6E9"/>
                </a:solidFill>
                <a:effectLst/>
                <a:uFillTx/>
                <a:latin typeface="Cambria"/>
              </a:rPr>
              <a:t>access,</a:t>
            </a:r>
            <a:r>
              <a:rPr lang="en-IN" sz="1650" b="0" u="none" spc="34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1650" b="0" u="none" spc="111" strike="noStrike">
                <a:solidFill>
                  <a:srgbClr val="E1E6E9"/>
                </a:solidFill>
                <a:effectLst/>
                <a:uFillTx/>
                <a:latin typeface="Cambria"/>
              </a:rPr>
              <a:t>and</a:t>
            </a:r>
            <a:endParaRPr lang="en-IN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731"/>
              </a:spcBef>
            </a:pPr>
            <a:r>
              <a:rPr lang="en-IN" sz="1650" b="0" u="none" spc="105" strike="noStrike">
                <a:solidFill>
                  <a:srgbClr val="E1E6E9"/>
                </a:solidFill>
                <a:effectLst/>
                <a:uFillTx/>
                <a:latin typeface="Cambria"/>
              </a:rPr>
              <a:t>policy</a:t>
            </a:r>
            <a:r>
              <a:rPr lang="en-IN" sz="1650" b="0" u="none" spc="31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1650" b="0" u="none" spc="105" strike="noStrike">
                <a:solidFill>
                  <a:srgbClr val="E1E6E9"/>
                </a:solidFill>
                <a:effectLst/>
                <a:uFillTx/>
                <a:latin typeface="Cambria"/>
              </a:rPr>
              <a:t>interactions.</a:t>
            </a:r>
            <a:endParaRPr lang="en-IN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lang="en-IN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6760" indent="-344160">
              <a:lnSpc>
                <a:spcPct val="100000"/>
              </a:lnSpc>
              <a:buClr>
                <a:srgbClr val="E1E6E9"/>
              </a:buClr>
              <a:buFont typeface="Symbol" charset="2"/>
              <a:buChar char=""/>
              <a:tabLst>
                <a:tab pos="356760" algn="l"/>
              </a:tabLst>
            </a:pPr>
            <a:r>
              <a:rPr lang="en-IN" sz="1650" b="0" u="none" spc="111" strike="noStrike">
                <a:solidFill>
                  <a:srgbClr val="E1E6E9"/>
                </a:solidFill>
                <a:effectLst/>
                <a:uFillTx/>
                <a:latin typeface="Cambria"/>
              </a:rPr>
              <a:t>React.js:</a:t>
            </a:r>
            <a:r>
              <a:rPr lang="en-IN" sz="1650" b="0" u="none" spc="20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1650" b="0" u="none" spc="113" strike="noStrike">
                <a:solidFill>
                  <a:srgbClr val="E1E6E9"/>
                </a:solidFill>
                <a:effectLst/>
                <a:uFillTx/>
                <a:latin typeface="Cambria"/>
              </a:rPr>
              <a:t>Responsive</a:t>
            </a:r>
            <a:r>
              <a:rPr lang="en-IN" sz="1650" b="0" u="none" spc="-6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1650" b="0" u="none" spc="111" strike="noStrike">
                <a:solidFill>
                  <a:srgbClr val="E1E6E9"/>
                </a:solidFill>
                <a:effectLst/>
                <a:uFillTx/>
                <a:latin typeface="Cambria"/>
              </a:rPr>
              <a:t>UI</a:t>
            </a:r>
            <a:endParaRPr lang="en-IN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6760" indent="-344160">
              <a:lnSpc>
                <a:spcPct val="100000"/>
              </a:lnSpc>
              <a:spcBef>
                <a:spcPts val="1315"/>
              </a:spcBef>
              <a:buClr>
                <a:srgbClr val="E1E6E9"/>
              </a:buClr>
              <a:buFont typeface="Symbol" charset="2"/>
              <a:buChar char=""/>
              <a:tabLst>
                <a:tab pos="356760" algn="l"/>
              </a:tabLst>
            </a:pPr>
            <a:r>
              <a:rPr lang="en-IN" sz="1650" b="0" u="none" spc="130" strike="noStrike">
                <a:solidFill>
                  <a:srgbClr val="E1E6E9"/>
                </a:solidFill>
                <a:effectLst/>
                <a:uFillTx/>
                <a:latin typeface="Cambria"/>
              </a:rPr>
              <a:t>Spring</a:t>
            </a:r>
            <a:r>
              <a:rPr lang="en-IN" sz="1650" b="0" u="none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1650" b="0" u="none" spc="119" strike="noStrike">
                <a:solidFill>
                  <a:srgbClr val="E1E6E9"/>
                </a:solidFill>
                <a:effectLst/>
                <a:uFillTx/>
                <a:latin typeface="Cambria"/>
              </a:rPr>
              <a:t>Boot:</a:t>
            </a:r>
            <a:r>
              <a:rPr lang="en-IN" sz="1650" b="0" u="none" spc="11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1650" b="0" u="none" spc="119" strike="noStrike">
                <a:solidFill>
                  <a:srgbClr val="E1E6E9"/>
                </a:solidFill>
                <a:effectLst/>
                <a:uFillTx/>
                <a:latin typeface="Cambria"/>
              </a:rPr>
              <a:t>Robust</a:t>
            </a:r>
            <a:r>
              <a:rPr lang="en-IN" sz="1650" b="0" u="none" spc="-20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1650" b="0" u="none" spc="99" strike="noStrike">
                <a:solidFill>
                  <a:srgbClr val="E1E6E9"/>
                </a:solidFill>
                <a:effectLst/>
                <a:uFillTx/>
                <a:latin typeface="Cambria"/>
              </a:rPr>
              <a:t>APIs</a:t>
            </a:r>
            <a:endParaRPr lang="en-IN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6760" indent="-344160">
              <a:lnSpc>
                <a:spcPct val="100000"/>
              </a:lnSpc>
              <a:spcBef>
                <a:spcPts val="1310"/>
              </a:spcBef>
              <a:buClr>
                <a:srgbClr val="E1E6E9"/>
              </a:buClr>
              <a:buFont typeface="Symbol" charset="2"/>
              <a:buChar char=""/>
              <a:tabLst>
                <a:tab pos="356760" algn="l"/>
              </a:tabLst>
            </a:pPr>
            <a:r>
              <a:rPr lang="en-IN" sz="1650" b="0" u="none" spc="156" strike="noStrike">
                <a:solidFill>
                  <a:srgbClr val="E1E6E9"/>
                </a:solidFill>
                <a:effectLst/>
                <a:uFillTx/>
                <a:latin typeface="Cambria"/>
              </a:rPr>
              <a:t>MySQL:</a:t>
            </a:r>
            <a:r>
              <a:rPr lang="en-IN" sz="1650" b="0" u="none" spc="40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1650" b="0" u="none" spc="125" strike="noStrike">
                <a:solidFill>
                  <a:srgbClr val="E1E6E9"/>
                </a:solidFill>
                <a:effectLst/>
                <a:uFillTx/>
                <a:latin typeface="Cambria"/>
              </a:rPr>
              <a:t>Data</a:t>
            </a:r>
            <a:r>
              <a:rPr lang="en-IN" sz="1650" b="0" u="none" spc="11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1650" b="0" u="none" spc="113" strike="noStrike">
                <a:solidFill>
                  <a:srgbClr val="E1E6E9"/>
                </a:solidFill>
                <a:effectLst/>
                <a:uFillTx/>
                <a:latin typeface="Cambria"/>
              </a:rPr>
              <a:t>Storage</a:t>
            </a:r>
            <a:endParaRPr lang="en-IN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6760" indent="-344160">
              <a:lnSpc>
                <a:spcPct val="100000"/>
              </a:lnSpc>
              <a:spcBef>
                <a:spcPts val="1310"/>
              </a:spcBef>
              <a:buClr>
                <a:srgbClr val="E1E6E9"/>
              </a:buClr>
              <a:buFont typeface="Symbol" charset="2"/>
              <a:buChar char=""/>
              <a:tabLst>
                <a:tab pos="356760" algn="l"/>
              </a:tabLst>
            </a:pPr>
            <a:r>
              <a:rPr lang="en-IN" sz="1650" b="0" u="none" spc="111" strike="noStrike">
                <a:solidFill>
                  <a:srgbClr val="E1E6E9"/>
                </a:solidFill>
                <a:effectLst/>
                <a:uFillTx/>
                <a:latin typeface="Cambria"/>
              </a:rPr>
              <a:t>Secure</a:t>
            </a:r>
            <a:r>
              <a:rPr lang="en-IN" sz="1650" b="0" u="none" spc="6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1650" b="0" u="none" spc="111" strike="noStrike">
                <a:solidFill>
                  <a:srgbClr val="E1E6E9"/>
                </a:solidFill>
                <a:effectLst/>
                <a:uFillTx/>
                <a:latin typeface="Cambria"/>
              </a:rPr>
              <a:t>policy/appointment</a:t>
            </a:r>
            <a:r>
              <a:rPr lang="en-IN" sz="1650" b="0" u="none" spc="-6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1650" b="0" u="none" spc="150" strike="noStrike">
                <a:solidFill>
                  <a:srgbClr val="E1E6E9"/>
                </a:solidFill>
                <a:effectLst/>
                <a:uFillTx/>
                <a:latin typeface="Cambria"/>
              </a:rPr>
              <a:t>management</a:t>
            </a:r>
            <a:endParaRPr lang="en-IN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object 2"/>
          <p:cNvPicPr/>
          <p:nvPr/>
        </p:nvPicPr>
        <p:blipFill>
          <a:blip r:embed="rId1"/>
          <a:stretch/>
        </p:blipFill>
        <p:spPr>
          <a:xfrm>
            <a:off x="12547440" y="7659000"/>
            <a:ext cx="2016720" cy="50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1007640" y="1879920"/>
            <a:ext cx="5562720" cy="786960"/>
          </a:xfrm>
          <a:prstGeom prst="rect">
            <a:avLst/>
          </a:prstGeom>
          <a:noFill/>
          <a:ln w="0">
            <a:noFill/>
          </a:ln>
        </p:spPr>
        <p:txBody>
          <a:bodyPr lIns="0" tIns="1152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91"/>
              </a:spcBef>
              <a:buNone/>
            </a:pPr>
            <a:r>
              <a:rPr lang="en-IN" sz="5000" b="0" u="none" spc="394" strike="noStrike">
                <a:solidFill>
                  <a:srgbClr val="F5EFEF"/>
                </a:solidFill>
                <a:effectLst/>
                <a:uFillTx/>
                <a:latin typeface="Cambria"/>
              </a:rPr>
              <a:t>Technology</a:t>
            </a:r>
            <a:r>
              <a:rPr lang="en-IN" sz="5000" b="0" u="none" spc="176" strike="noStrike">
                <a:solidFill>
                  <a:srgbClr val="F5EFEF"/>
                </a:solidFill>
                <a:effectLst/>
                <a:uFillTx/>
                <a:latin typeface="Cambria"/>
              </a:rPr>
              <a:t> </a:t>
            </a:r>
            <a:r>
              <a:rPr lang="en-IN" sz="5000" b="0" u="none" spc="374" strike="noStrike">
                <a:solidFill>
                  <a:srgbClr val="F5EFEF"/>
                </a:solidFill>
                <a:effectLst/>
                <a:uFillTx/>
                <a:latin typeface="Cambria"/>
              </a:rPr>
              <a:t>Stack</a:t>
            </a:r>
            <a:endParaRPr lang="en-IN" sz="5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pSp>
        <p:nvGrpSpPr>
          <p:cNvPr id="74" name="object 4"/>
          <p:cNvGrpSpPr/>
          <p:nvPr/>
        </p:nvGrpSpPr>
        <p:grpSpPr>
          <a:xfrm>
            <a:off x="1020960" y="3233880"/>
            <a:ext cx="4026240" cy="3069000"/>
            <a:chOff x="1020960" y="3233880"/>
            <a:chExt cx="4026240" cy="3069000"/>
          </a:xfrm>
        </p:grpSpPr>
        <p:sp>
          <p:nvSpPr>
            <p:cNvPr id="75" name="object 5"/>
            <p:cNvSpPr/>
            <p:nvPr/>
          </p:nvSpPr>
          <p:spPr>
            <a:xfrm>
              <a:off x="1020960" y="3614760"/>
              <a:ext cx="4026240" cy="2688120"/>
            </a:xfrm>
            <a:custGeom>
              <a:avLst/>
              <a:gdLst>
                <a:gd name="textAreaLeft" fmla="*/ 0 w 4026240"/>
                <a:gd name="textAreaRight" fmla="*/ 4026600 w 4026240"/>
                <a:gd name="textAreaTop" fmla="*/ 0 h 2688120"/>
                <a:gd name="textAreaBottom" fmla="*/ 2688480 h 2688120"/>
              </a:gdLst>
              <a:ahLst/>
              <a:cxnLst/>
              <a:rect l="textAreaLeft" t="textAreaTop" r="textAreaRight" b="textAreaBottom"/>
              <a:pathLst>
                <a:path w="4026535" h="2688590">
                  <a:moveTo>
                    <a:pt x="3880104" y="0"/>
                  </a:moveTo>
                  <a:lnTo>
                    <a:pt x="146240" y="0"/>
                  </a:lnTo>
                  <a:lnTo>
                    <a:pt x="100019" y="7461"/>
                  </a:lnTo>
                  <a:lnTo>
                    <a:pt x="59875" y="28236"/>
                  </a:lnTo>
                  <a:lnTo>
                    <a:pt x="28217" y="59911"/>
                  </a:lnTo>
                  <a:lnTo>
                    <a:pt x="7456" y="100071"/>
                  </a:lnTo>
                  <a:lnTo>
                    <a:pt x="0" y="146304"/>
                  </a:lnTo>
                  <a:lnTo>
                    <a:pt x="0" y="2542032"/>
                  </a:lnTo>
                  <a:lnTo>
                    <a:pt x="7456" y="2588264"/>
                  </a:lnTo>
                  <a:lnTo>
                    <a:pt x="28217" y="2628424"/>
                  </a:lnTo>
                  <a:lnTo>
                    <a:pt x="59875" y="2660099"/>
                  </a:lnTo>
                  <a:lnTo>
                    <a:pt x="100019" y="2680874"/>
                  </a:lnTo>
                  <a:lnTo>
                    <a:pt x="146240" y="2688336"/>
                  </a:lnTo>
                  <a:lnTo>
                    <a:pt x="3880104" y="2688336"/>
                  </a:lnTo>
                  <a:lnTo>
                    <a:pt x="3926336" y="2680874"/>
                  </a:lnTo>
                  <a:lnTo>
                    <a:pt x="3966496" y="2660099"/>
                  </a:lnTo>
                  <a:lnTo>
                    <a:pt x="3998171" y="2628424"/>
                  </a:lnTo>
                  <a:lnTo>
                    <a:pt x="4018946" y="2588264"/>
                  </a:lnTo>
                  <a:lnTo>
                    <a:pt x="4026407" y="2542032"/>
                  </a:lnTo>
                  <a:lnTo>
                    <a:pt x="4026407" y="146304"/>
                  </a:lnTo>
                  <a:lnTo>
                    <a:pt x="4018946" y="100071"/>
                  </a:lnTo>
                  <a:lnTo>
                    <a:pt x="3998171" y="59911"/>
                  </a:lnTo>
                  <a:lnTo>
                    <a:pt x="3966496" y="28236"/>
                  </a:lnTo>
                  <a:lnTo>
                    <a:pt x="3926336" y="7461"/>
                  </a:lnTo>
                  <a:lnTo>
                    <a:pt x="3880104" y="0"/>
                  </a:lnTo>
                  <a:close/>
                </a:path>
              </a:pathLst>
            </a:custGeom>
            <a:solidFill>
              <a:srgbClr val="09151A">
                <a:alpha val="9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" name="object 6"/>
            <p:cNvSpPr/>
            <p:nvPr/>
          </p:nvSpPr>
          <p:spPr>
            <a:xfrm>
              <a:off x="1020960" y="3233880"/>
              <a:ext cx="4026240" cy="764640"/>
            </a:xfrm>
            <a:custGeom>
              <a:avLst/>
              <a:gdLst>
                <a:gd name="textAreaLeft" fmla="*/ 0 w 4026240"/>
                <a:gd name="textAreaRight" fmla="*/ 4026600 w 4026240"/>
                <a:gd name="textAreaTop" fmla="*/ 0 h 764640"/>
                <a:gd name="textAreaBottom" fmla="*/ 765000 h 764640"/>
              </a:gdLst>
              <a:ahLst/>
              <a:cxnLst/>
              <a:rect l="textAreaLeft" t="textAreaTop" r="textAreaRight" b="textAreaBottom"/>
              <a:pathLst>
                <a:path w="4026535" h="765175">
                  <a:moveTo>
                    <a:pt x="4026408" y="411480"/>
                  </a:moveTo>
                  <a:lnTo>
                    <a:pt x="4021607" y="387769"/>
                  </a:lnTo>
                  <a:lnTo>
                    <a:pt x="4008539" y="368388"/>
                  </a:lnTo>
                  <a:lnTo>
                    <a:pt x="3989159" y="355320"/>
                  </a:lnTo>
                  <a:lnTo>
                    <a:pt x="3965448" y="350520"/>
                  </a:lnTo>
                  <a:lnTo>
                    <a:pt x="2393734" y="350520"/>
                  </a:lnTo>
                  <a:lnTo>
                    <a:pt x="2392743" y="334556"/>
                  </a:lnTo>
                  <a:lnTo>
                    <a:pt x="2384031" y="288366"/>
                  </a:lnTo>
                  <a:lnTo>
                    <a:pt x="2369959" y="244297"/>
                  </a:lnTo>
                  <a:lnTo>
                    <a:pt x="2350897" y="202730"/>
                  </a:lnTo>
                  <a:lnTo>
                    <a:pt x="2327173" y="164007"/>
                  </a:lnTo>
                  <a:lnTo>
                    <a:pt x="2299157" y="128511"/>
                  </a:lnTo>
                  <a:lnTo>
                    <a:pt x="2267216" y="96570"/>
                  </a:lnTo>
                  <a:lnTo>
                    <a:pt x="2231720" y="68554"/>
                  </a:lnTo>
                  <a:lnTo>
                    <a:pt x="2192998" y="44831"/>
                  </a:lnTo>
                  <a:lnTo>
                    <a:pt x="2151430" y="25768"/>
                  </a:lnTo>
                  <a:lnTo>
                    <a:pt x="2107361" y="11696"/>
                  </a:lnTo>
                  <a:lnTo>
                    <a:pt x="2061171" y="2984"/>
                  </a:lnTo>
                  <a:lnTo>
                    <a:pt x="2013204" y="0"/>
                  </a:lnTo>
                  <a:lnTo>
                    <a:pt x="1965223" y="2984"/>
                  </a:lnTo>
                  <a:lnTo>
                    <a:pt x="1919033" y="11696"/>
                  </a:lnTo>
                  <a:lnTo>
                    <a:pt x="1874964" y="25768"/>
                  </a:lnTo>
                  <a:lnTo>
                    <a:pt x="1833397" y="44831"/>
                  </a:lnTo>
                  <a:lnTo>
                    <a:pt x="1794675" y="68554"/>
                  </a:lnTo>
                  <a:lnTo>
                    <a:pt x="1759178" y="96570"/>
                  </a:lnTo>
                  <a:lnTo>
                    <a:pt x="1727238" y="128511"/>
                  </a:lnTo>
                  <a:lnTo>
                    <a:pt x="1699221" y="164007"/>
                  </a:lnTo>
                  <a:lnTo>
                    <a:pt x="1675498" y="202730"/>
                  </a:lnTo>
                  <a:lnTo>
                    <a:pt x="1656435" y="244297"/>
                  </a:lnTo>
                  <a:lnTo>
                    <a:pt x="1642364" y="288366"/>
                  </a:lnTo>
                  <a:lnTo>
                    <a:pt x="1633651" y="334556"/>
                  </a:lnTo>
                  <a:lnTo>
                    <a:pt x="1632661" y="350520"/>
                  </a:lnTo>
                  <a:lnTo>
                    <a:pt x="60960" y="350520"/>
                  </a:lnTo>
                  <a:lnTo>
                    <a:pt x="37223" y="355320"/>
                  </a:lnTo>
                  <a:lnTo>
                    <a:pt x="17843" y="368388"/>
                  </a:lnTo>
                  <a:lnTo>
                    <a:pt x="4787" y="387769"/>
                  </a:lnTo>
                  <a:lnTo>
                    <a:pt x="0" y="411480"/>
                  </a:lnTo>
                  <a:lnTo>
                    <a:pt x="4787" y="435203"/>
                  </a:lnTo>
                  <a:lnTo>
                    <a:pt x="17843" y="454583"/>
                  </a:lnTo>
                  <a:lnTo>
                    <a:pt x="37223" y="467652"/>
                  </a:lnTo>
                  <a:lnTo>
                    <a:pt x="60960" y="472440"/>
                  </a:lnTo>
                  <a:lnTo>
                    <a:pt x="1641551" y="472440"/>
                  </a:lnTo>
                  <a:lnTo>
                    <a:pt x="1642364" y="476694"/>
                  </a:lnTo>
                  <a:lnTo>
                    <a:pt x="1656435" y="520763"/>
                  </a:lnTo>
                  <a:lnTo>
                    <a:pt x="1675498" y="562330"/>
                  </a:lnTo>
                  <a:lnTo>
                    <a:pt x="1699221" y="601052"/>
                  </a:lnTo>
                  <a:lnTo>
                    <a:pt x="1727238" y="636549"/>
                  </a:lnTo>
                  <a:lnTo>
                    <a:pt x="1759178" y="668489"/>
                  </a:lnTo>
                  <a:lnTo>
                    <a:pt x="1794675" y="696506"/>
                  </a:lnTo>
                  <a:lnTo>
                    <a:pt x="1833397" y="720229"/>
                  </a:lnTo>
                  <a:lnTo>
                    <a:pt x="1874964" y="739292"/>
                  </a:lnTo>
                  <a:lnTo>
                    <a:pt x="1919033" y="753364"/>
                  </a:lnTo>
                  <a:lnTo>
                    <a:pt x="1965223" y="762076"/>
                  </a:lnTo>
                  <a:lnTo>
                    <a:pt x="2013204" y="765048"/>
                  </a:lnTo>
                  <a:lnTo>
                    <a:pt x="2061171" y="762076"/>
                  </a:lnTo>
                  <a:lnTo>
                    <a:pt x="2107361" y="753364"/>
                  </a:lnTo>
                  <a:lnTo>
                    <a:pt x="2151430" y="739292"/>
                  </a:lnTo>
                  <a:lnTo>
                    <a:pt x="2192998" y="720229"/>
                  </a:lnTo>
                  <a:lnTo>
                    <a:pt x="2231720" y="696506"/>
                  </a:lnTo>
                  <a:lnTo>
                    <a:pt x="2267216" y="668489"/>
                  </a:lnTo>
                  <a:lnTo>
                    <a:pt x="2299157" y="636549"/>
                  </a:lnTo>
                  <a:lnTo>
                    <a:pt x="2327173" y="601052"/>
                  </a:lnTo>
                  <a:lnTo>
                    <a:pt x="2350897" y="562330"/>
                  </a:lnTo>
                  <a:lnTo>
                    <a:pt x="2369959" y="520763"/>
                  </a:lnTo>
                  <a:lnTo>
                    <a:pt x="2384031" y="476694"/>
                  </a:lnTo>
                  <a:lnTo>
                    <a:pt x="2384831" y="472440"/>
                  </a:lnTo>
                  <a:lnTo>
                    <a:pt x="3965448" y="472440"/>
                  </a:lnTo>
                  <a:lnTo>
                    <a:pt x="3989159" y="467652"/>
                  </a:lnTo>
                  <a:lnTo>
                    <a:pt x="4008539" y="454583"/>
                  </a:lnTo>
                  <a:lnTo>
                    <a:pt x="4021607" y="435203"/>
                  </a:lnTo>
                  <a:lnTo>
                    <a:pt x="4026408" y="411480"/>
                  </a:lnTo>
                  <a:close/>
                </a:path>
              </a:pathLst>
            </a:custGeom>
            <a:solidFill>
              <a:srgbClr val="5F9D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77" name="object 7"/>
            <p:cNvPicPr/>
            <p:nvPr/>
          </p:nvPicPr>
          <p:blipFill>
            <a:blip r:embed="rId2"/>
            <a:stretch/>
          </p:blipFill>
          <p:spPr>
            <a:xfrm>
              <a:off x="2880360" y="3462480"/>
              <a:ext cx="304560" cy="3045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78" name="object 8"/>
          <p:cNvSpPr/>
          <p:nvPr/>
        </p:nvSpPr>
        <p:spPr>
          <a:xfrm>
            <a:off x="1293480" y="4220280"/>
            <a:ext cx="3368880" cy="135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IN" sz="2500" b="0" u="none" spc="264" strike="noStrike">
                <a:solidFill>
                  <a:srgbClr val="E1E6E9"/>
                </a:solidFill>
                <a:effectLst/>
                <a:uFillTx/>
                <a:latin typeface="Cambria"/>
              </a:rPr>
              <a:t>Front-</a:t>
            </a:r>
            <a:r>
              <a:rPr lang="en-IN" sz="2500" b="0" u="none" spc="196" strike="noStrike">
                <a:solidFill>
                  <a:srgbClr val="E1E6E9"/>
                </a:solidFill>
                <a:effectLst/>
                <a:uFillTx/>
                <a:latin typeface="Cambria"/>
              </a:rPr>
              <a:t>End:</a:t>
            </a:r>
            <a:r>
              <a:rPr lang="en-IN" sz="2500" b="0" u="none" spc="113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2500" b="0" u="none" spc="145" strike="noStrike">
                <a:solidFill>
                  <a:srgbClr val="E1E6E9"/>
                </a:solidFill>
                <a:effectLst/>
                <a:uFillTx/>
                <a:latin typeface="Cambria"/>
              </a:rPr>
              <a:t>React.js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913"/>
              </a:spcBef>
            </a:pPr>
            <a:r>
              <a:rPr lang="en-IN" sz="2000" b="0" u="none" spc="130" strike="noStrike">
                <a:solidFill>
                  <a:srgbClr val="E1E6E9"/>
                </a:solidFill>
                <a:effectLst/>
                <a:uFillTx/>
                <a:latin typeface="Cambria"/>
              </a:rPr>
              <a:t>Responsive</a:t>
            </a:r>
            <a:r>
              <a:rPr lang="en-IN" sz="2000" b="0" u="none" spc="91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2000" b="0" u="none" spc="150" strike="noStrike">
                <a:solidFill>
                  <a:srgbClr val="E1E6E9"/>
                </a:solidFill>
                <a:effectLst/>
                <a:uFillTx/>
                <a:latin typeface="Cambria"/>
              </a:rPr>
              <a:t>UI</a:t>
            </a:r>
            <a:r>
              <a:rPr lang="en-IN" sz="2000" b="0" u="none" spc="60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2000" b="0" u="none" spc="130" strike="noStrike">
                <a:solidFill>
                  <a:srgbClr val="E1E6E9"/>
                </a:solidFill>
                <a:effectLst/>
                <a:uFillTx/>
                <a:latin typeface="Cambria"/>
              </a:rPr>
              <a:t>for</a:t>
            </a:r>
            <a:r>
              <a:rPr lang="en-IN" sz="2000" b="0" u="none" spc="74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2000" b="0" u="none" spc="150" strike="noStrike">
                <a:solidFill>
                  <a:srgbClr val="E1E6E9"/>
                </a:solidFill>
                <a:effectLst/>
                <a:uFillTx/>
                <a:latin typeface="Cambria"/>
              </a:rPr>
              <a:t>dynamic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794"/>
              </a:spcBef>
            </a:pPr>
            <a:r>
              <a:rPr lang="en-IN" sz="2000" b="0" u="none" spc="125" strike="noStrike">
                <a:solidFill>
                  <a:srgbClr val="E1E6E9"/>
                </a:solidFill>
                <a:effectLst/>
                <a:uFillTx/>
                <a:latin typeface="Cambria"/>
              </a:rPr>
              <a:t>applications.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9" name="object 9"/>
          <p:cNvGrpSpPr/>
          <p:nvPr/>
        </p:nvGrpSpPr>
        <p:grpSpPr>
          <a:xfrm>
            <a:off x="5330520" y="3240000"/>
            <a:ext cx="4029480" cy="3069000"/>
            <a:chOff x="5330520" y="3240000"/>
            <a:chExt cx="4029480" cy="3069000"/>
          </a:xfrm>
        </p:grpSpPr>
        <p:sp>
          <p:nvSpPr>
            <p:cNvPr id="80" name="object 10"/>
            <p:cNvSpPr/>
            <p:nvPr/>
          </p:nvSpPr>
          <p:spPr>
            <a:xfrm>
              <a:off x="5330520" y="3620880"/>
              <a:ext cx="4029480" cy="2688120"/>
            </a:xfrm>
            <a:custGeom>
              <a:avLst/>
              <a:gdLst>
                <a:gd name="textAreaLeft" fmla="*/ 0 w 4029480"/>
                <a:gd name="textAreaRight" fmla="*/ 4029840 w 4029480"/>
                <a:gd name="textAreaTop" fmla="*/ 0 h 2688120"/>
                <a:gd name="textAreaBottom" fmla="*/ 2688480 h 2688120"/>
              </a:gdLst>
              <a:ahLst/>
              <a:cxnLst/>
              <a:rect l="textAreaLeft" t="textAreaTop" r="textAreaRight" b="textAreaBottom"/>
              <a:pathLst>
                <a:path w="4029709" h="2688590">
                  <a:moveTo>
                    <a:pt x="3883152" y="0"/>
                  </a:moveTo>
                  <a:lnTo>
                    <a:pt x="146303" y="0"/>
                  </a:lnTo>
                  <a:lnTo>
                    <a:pt x="100071" y="7461"/>
                  </a:lnTo>
                  <a:lnTo>
                    <a:pt x="59911" y="28236"/>
                  </a:lnTo>
                  <a:lnTo>
                    <a:pt x="28236" y="59911"/>
                  </a:lnTo>
                  <a:lnTo>
                    <a:pt x="7461" y="100071"/>
                  </a:lnTo>
                  <a:lnTo>
                    <a:pt x="0" y="146304"/>
                  </a:lnTo>
                  <a:lnTo>
                    <a:pt x="0" y="2542032"/>
                  </a:lnTo>
                  <a:lnTo>
                    <a:pt x="7461" y="2588264"/>
                  </a:lnTo>
                  <a:lnTo>
                    <a:pt x="28236" y="2628424"/>
                  </a:lnTo>
                  <a:lnTo>
                    <a:pt x="59911" y="2660099"/>
                  </a:lnTo>
                  <a:lnTo>
                    <a:pt x="100071" y="2680874"/>
                  </a:lnTo>
                  <a:lnTo>
                    <a:pt x="146303" y="2688336"/>
                  </a:lnTo>
                  <a:lnTo>
                    <a:pt x="3883152" y="2688336"/>
                  </a:lnTo>
                  <a:lnTo>
                    <a:pt x="3929384" y="2680874"/>
                  </a:lnTo>
                  <a:lnTo>
                    <a:pt x="3969544" y="2660099"/>
                  </a:lnTo>
                  <a:lnTo>
                    <a:pt x="4001219" y="2628424"/>
                  </a:lnTo>
                  <a:lnTo>
                    <a:pt x="4021994" y="2588264"/>
                  </a:lnTo>
                  <a:lnTo>
                    <a:pt x="4029455" y="2542032"/>
                  </a:lnTo>
                  <a:lnTo>
                    <a:pt x="4029455" y="146304"/>
                  </a:lnTo>
                  <a:lnTo>
                    <a:pt x="4021994" y="100071"/>
                  </a:lnTo>
                  <a:lnTo>
                    <a:pt x="4001219" y="59911"/>
                  </a:lnTo>
                  <a:lnTo>
                    <a:pt x="3969544" y="28236"/>
                  </a:lnTo>
                  <a:lnTo>
                    <a:pt x="3929384" y="7461"/>
                  </a:lnTo>
                  <a:lnTo>
                    <a:pt x="3883152" y="0"/>
                  </a:lnTo>
                  <a:close/>
                </a:path>
              </a:pathLst>
            </a:custGeom>
            <a:solidFill>
              <a:srgbClr val="09151A">
                <a:alpha val="9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" name="object 11"/>
            <p:cNvSpPr/>
            <p:nvPr/>
          </p:nvSpPr>
          <p:spPr>
            <a:xfrm>
              <a:off x="5330520" y="3240000"/>
              <a:ext cx="4029480" cy="764640"/>
            </a:xfrm>
            <a:custGeom>
              <a:avLst/>
              <a:gdLst>
                <a:gd name="textAreaLeft" fmla="*/ 0 w 4029480"/>
                <a:gd name="textAreaRight" fmla="*/ 4029840 w 4029480"/>
                <a:gd name="textAreaTop" fmla="*/ 0 h 764640"/>
                <a:gd name="textAreaBottom" fmla="*/ 765000 h 764640"/>
              </a:gdLst>
              <a:ahLst/>
              <a:cxnLst/>
              <a:rect l="textAreaLeft" t="textAreaTop" r="textAreaRight" b="textAreaBottom"/>
              <a:pathLst>
                <a:path w="4029709" h="765175">
                  <a:moveTo>
                    <a:pt x="4029456" y="411480"/>
                  </a:moveTo>
                  <a:lnTo>
                    <a:pt x="4024655" y="387769"/>
                  </a:lnTo>
                  <a:lnTo>
                    <a:pt x="4011587" y="368388"/>
                  </a:lnTo>
                  <a:lnTo>
                    <a:pt x="3992207" y="355320"/>
                  </a:lnTo>
                  <a:lnTo>
                    <a:pt x="3968496" y="350520"/>
                  </a:lnTo>
                  <a:lnTo>
                    <a:pt x="2393734" y="350520"/>
                  </a:lnTo>
                  <a:lnTo>
                    <a:pt x="2392743" y="334556"/>
                  </a:lnTo>
                  <a:lnTo>
                    <a:pt x="2384031" y="288366"/>
                  </a:lnTo>
                  <a:lnTo>
                    <a:pt x="2369959" y="244297"/>
                  </a:lnTo>
                  <a:lnTo>
                    <a:pt x="2350897" y="202730"/>
                  </a:lnTo>
                  <a:lnTo>
                    <a:pt x="2327173" y="164007"/>
                  </a:lnTo>
                  <a:lnTo>
                    <a:pt x="2299157" y="128511"/>
                  </a:lnTo>
                  <a:lnTo>
                    <a:pt x="2267216" y="96570"/>
                  </a:lnTo>
                  <a:lnTo>
                    <a:pt x="2231720" y="68554"/>
                  </a:lnTo>
                  <a:lnTo>
                    <a:pt x="2192998" y="44831"/>
                  </a:lnTo>
                  <a:lnTo>
                    <a:pt x="2151430" y="25768"/>
                  </a:lnTo>
                  <a:lnTo>
                    <a:pt x="2107361" y="11696"/>
                  </a:lnTo>
                  <a:lnTo>
                    <a:pt x="2061171" y="2984"/>
                  </a:lnTo>
                  <a:lnTo>
                    <a:pt x="2013204" y="0"/>
                  </a:lnTo>
                  <a:lnTo>
                    <a:pt x="1965223" y="2984"/>
                  </a:lnTo>
                  <a:lnTo>
                    <a:pt x="1919033" y="11696"/>
                  </a:lnTo>
                  <a:lnTo>
                    <a:pt x="1874964" y="25768"/>
                  </a:lnTo>
                  <a:lnTo>
                    <a:pt x="1833397" y="44831"/>
                  </a:lnTo>
                  <a:lnTo>
                    <a:pt x="1794675" y="68554"/>
                  </a:lnTo>
                  <a:lnTo>
                    <a:pt x="1759178" y="96570"/>
                  </a:lnTo>
                  <a:lnTo>
                    <a:pt x="1727238" y="128511"/>
                  </a:lnTo>
                  <a:lnTo>
                    <a:pt x="1699221" y="164007"/>
                  </a:lnTo>
                  <a:lnTo>
                    <a:pt x="1675498" y="202730"/>
                  </a:lnTo>
                  <a:lnTo>
                    <a:pt x="1656435" y="244297"/>
                  </a:lnTo>
                  <a:lnTo>
                    <a:pt x="1642364" y="288366"/>
                  </a:lnTo>
                  <a:lnTo>
                    <a:pt x="1633651" y="334556"/>
                  </a:lnTo>
                  <a:lnTo>
                    <a:pt x="1632661" y="350520"/>
                  </a:lnTo>
                  <a:lnTo>
                    <a:pt x="60960" y="350520"/>
                  </a:lnTo>
                  <a:lnTo>
                    <a:pt x="37236" y="355320"/>
                  </a:lnTo>
                  <a:lnTo>
                    <a:pt x="17856" y="368388"/>
                  </a:lnTo>
                  <a:lnTo>
                    <a:pt x="4787" y="387769"/>
                  </a:lnTo>
                  <a:lnTo>
                    <a:pt x="0" y="411480"/>
                  </a:lnTo>
                  <a:lnTo>
                    <a:pt x="4787" y="435203"/>
                  </a:lnTo>
                  <a:lnTo>
                    <a:pt x="17856" y="454583"/>
                  </a:lnTo>
                  <a:lnTo>
                    <a:pt x="37236" y="467652"/>
                  </a:lnTo>
                  <a:lnTo>
                    <a:pt x="60960" y="472440"/>
                  </a:lnTo>
                  <a:lnTo>
                    <a:pt x="1641551" y="472440"/>
                  </a:lnTo>
                  <a:lnTo>
                    <a:pt x="1642364" y="476694"/>
                  </a:lnTo>
                  <a:lnTo>
                    <a:pt x="1656435" y="520763"/>
                  </a:lnTo>
                  <a:lnTo>
                    <a:pt x="1675498" y="562330"/>
                  </a:lnTo>
                  <a:lnTo>
                    <a:pt x="1699221" y="601052"/>
                  </a:lnTo>
                  <a:lnTo>
                    <a:pt x="1727238" y="636549"/>
                  </a:lnTo>
                  <a:lnTo>
                    <a:pt x="1759178" y="668489"/>
                  </a:lnTo>
                  <a:lnTo>
                    <a:pt x="1794675" y="696506"/>
                  </a:lnTo>
                  <a:lnTo>
                    <a:pt x="1833397" y="720229"/>
                  </a:lnTo>
                  <a:lnTo>
                    <a:pt x="1874964" y="739292"/>
                  </a:lnTo>
                  <a:lnTo>
                    <a:pt x="1919033" y="753364"/>
                  </a:lnTo>
                  <a:lnTo>
                    <a:pt x="1965223" y="762076"/>
                  </a:lnTo>
                  <a:lnTo>
                    <a:pt x="2013204" y="765048"/>
                  </a:lnTo>
                  <a:lnTo>
                    <a:pt x="2061171" y="762076"/>
                  </a:lnTo>
                  <a:lnTo>
                    <a:pt x="2107361" y="753364"/>
                  </a:lnTo>
                  <a:lnTo>
                    <a:pt x="2151430" y="739292"/>
                  </a:lnTo>
                  <a:lnTo>
                    <a:pt x="2192998" y="720229"/>
                  </a:lnTo>
                  <a:lnTo>
                    <a:pt x="2231720" y="696506"/>
                  </a:lnTo>
                  <a:lnTo>
                    <a:pt x="2267216" y="668489"/>
                  </a:lnTo>
                  <a:lnTo>
                    <a:pt x="2299157" y="636549"/>
                  </a:lnTo>
                  <a:lnTo>
                    <a:pt x="2327173" y="601052"/>
                  </a:lnTo>
                  <a:lnTo>
                    <a:pt x="2350897" y="562330"/>
                  </a:lnTo>
                  <a:lnTo>
                    <a:pt x="2369959" y="520763"/>
                  </a:lnTo>
                  <a:lnTo>
                    <a:pt x="2384031" y="476694"/>
                  </a:lnTo>
                  <a:lnTo>
                    <a:pt x="2384831" y="472440"/>
                  </a:lnTo>
                  <a:lnTo>
                    <a:pt x="3968496" y="472440"/>
                  </a:lnTo>
                  <a:lnTo>
                    <a:pt x="3992207" y="467652"/>
                  </a:lnTo>
                  <a:lnTo>
                    <a:pt x="4011587" y="454583"/>
                  </a:lnTo>
                  <a:lnTo>
                    <a:pt x="4024655" y="435203"/>
                  </a:lnTo>
                  <a:lnTo>
                    <a:pt x="4029456" y="411480"/>
                  </a:lnTo>
                  <a:close/>
                </a:path>
              </a:pathLst>
            </a:custGeom>
            <a:solidFill>
              <a:srgbClr val="5F9D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82" name="object 12"/>
            <p:cNvPicPr/>
            <p:nvPr/>
          </p:nvPicPr>
          <p:blipFill>
            <a:blip r:embed="rId3"/>
            <a:stretch/>
          </p:blipFill>
          <p:spPr>
            <a:xfrm>
              <a:off x="7192800" y="3468600"/>
              <a:ext cx="304560" cy="3045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83" name="object 13"/>
          <p:cNvSpPr/>
          <p:nvPr/>
        </p:nvSpPr>
        <p:spPr>
          <a:xfrm>
            <a:off x="5909760" y="3960000"/>
            <a:ext cx="3090240" cy="175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2600">
              <a:lnSpc>
                <a:spcPct val="103000"/>
              </a:lnSpc>
            </a:pPr>
            <a:r>
              <a:rPr lang="en-IN" sz="2500" b="0" u="none" spc="281" strike="noStrike">
                <a:solidFill>
                  <a:srgbClr val="E1E6E9"/>
                </a:solidFill>
                <a:effectLst/>
                <a:uFillTx/>
                <a:latin typeface="Cambria"/>
              </a:rPr>
              <a:t>Back-</a:t>
            </a:r>
            <a:r>
              <a:rPr lang="en-IN" sz="2500" b="0" u="none" spc="196" strike="noStrike">
                <a:solidFill>
                  <a:srgbClr val="E1E6E9"/>
                </a:solidFill>
                <a:effectLst/>
                <a:uFillTx/>
                <a:latin typeface="Cambria"/>
              </a:rPr>
              <a:t>End:</a:t>
            </a:r>
            <a:r>
              <a:rPr lang="en-IN" sz="2500" b="0" u="none" spc="96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2500" b="0" u="none" spc="184" strike="noStrike">
                <a:solidFill>
                  <a:srgbClr val="E1E6E9"/>
                </a:solidFill>
                <a:effectLst/>
                <a:uFillTx/>
                <a:latin typeface="Cambria"/>
              </a:rPr>
              <a:t>Spring </a:t>
            </a:r>
            <a:r>
              <a:rPr lang="en-IN" sz="2500" b="0" u="none" spc="145" strike="noStrike">
                <a:solidFill>
                  <a:srgbClr val="E1E6E9"/>
                </a:solidFill>
                <a:effectLst/>
                <a:uFillTx/>
                <a:latin typeface="Cambria"/>
              </a:rPr>
              <a:t>Boot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956"/>
              </a:spcBef>
            </a:pPr>
            <a:r>
              <a:rPr lang="en-IN" sz="2000" b="0" u="none" spc="176" strike="noStrike">
                <a:solidFill>
                  <a:srgbClr val="E1E6E9"/>
                </a:solidFill>
                <a:effectLst/>
                <a:uFillTx/>
                <a:latin typeface="Cambria"/>
              </a:rPr>
              <a:t>Manages</a:t>
            </a:r>
            <a:r>
              <a:rPr lang="en-IN" sz="2000" b="0" u="none" spc="65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2000" b="0" u="none" spc="164" strike="noStrike">
                <a:solidFill>
                  <a:srgbClr val="E1E6E9"/>
                </a:solidFill>
                <a:effectLst/>
                <a:uFillTx/>
                <a:latin typeface="Cambria"/>
              </a:rPr>
              <a:t>API,</a:t>
            </a:r>
            <a:r>
              <a:rPr lang="en-IN" sz="2000" b="0" u="none" spc="79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2000" b="0" u="none" spc="119" strike="noStrike">
                <a:solidFill>
                  <a:srgbClr val="E1E6E9"/>
                </a:solidFill>
                <a:effectLst/>
                <a:uFillTx/>
                <a:latin typeface="Cambria"/>
              </a:rPr>
              <a:t>business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794"/>
              </a:spcBef>
            </a:pPr>
            <a:r>
              <a:rPr lang="en-IN" sz="2000" b="0" u="none" spc="159" strike="noStrike">
                <a:solidFill>
                  <a:srgbClr val="E1E6E9"/>
                </a:solidFill>
                <a:effectLst/>
                <a:uFillTx/>
                <a:latin typeface="Cambria"/>
              </a:rPr>
              <a:t>logic,</a:t>
            </a:r>
            <a:r>
              <a:rPr lang="en-IN" sz="2000" b="0" u="none" spc="51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2000" b="0" u="none" spc="156" strike="noStrike">
                <a:solidFill>
                  <a:srgbClr val="E1E6E9"/>
                </a:solidFill>
                <a:effectLst/>
                <a:uFillTx/>
                <a:latin typeface="Cambria"/>
              </a:rPr>
              <a:t>and</a:t>
            </a:r>
            <a:r>
              <a:rPr lang="en-IN" sz="2000" b="0" u="none" spc="31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2000" b="0" u="none" spc="130" strike="noStrike">
                <a:solidFill>
                  <a:srgbClr val="E1E6E9"/>
                </a:solidFill>
                <a:effectLst/>
                <a:uFillTx/>
                <a:latin typeface="Cambria"/>
              </a:rPr>
              <a:t>authorization.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4" name="object 14"/>
          <p:cNvGrpSpPr/>
          <p:nvPr/>
        </p:nvGrpSpPr>
        <p:grpSpPr>
          <a:xfrm>
            <a:off x="9582840" y="3233880"/>
            <a:ext cx="4026240" cy="3069000"/>
            <a:chOff x="9582840" y="3233880"/>
            <a:chExt cx="4026240" cy="3069000"/>
          </a:xfrm>
        </p:grpSpPr>
        <p:sp>
          <p:nvSpPr>
            <p:cNvPr id="85" name="object 15"/>
            <p:cNvSpPr/>
            <p:nvPr/>
          </p:nvSpPr>
          <p:spPr>
            <a:xfrm>
              <a:off x="9582840" y="3614760"/>
              <a:ext cx="4026240" cy="2688120"/>
            </a:xfrm>
            <a:custGeom>
              <a:avLst/>
              <a:gdLst>
                <a:gd name="textAreaLeft" fmla="*/ 0 w 4026240"/>
                <a:gd name="textAreaRight" fmla="*/ 4026600 w 4026240"/>
                <a:gd name="textAreaTop" fmla="*/ 0 h 2688120"/>
                <a:gd name="textAreaBottom" fmla="*/ 2688480 h 2688120"/>
              </a:gdLst>
              <a:ahLst/>
              <a:cxnLst/>
              <a:rect l="textAreaLeft" t="textAreaTop" r="textAreaRight" b="textAreaBottom"/>
              <a:pathLst>
                <a:path w="4026534" h="2688590">
                  <a:moveTo>
                    <a:pt x="3880104" y="0"/>
                  </a:moveTo>
                  <a:lnTo>
                    <a:pt x="146304" y="0"/>
                  </a:lnTo>
                  <a:lnTo>
                    <a:pt x="100071" y="7461"/>
                  </a:lnTo>
                  <a:lnTo>
                    <a:pt x="59911" y="28236"/>
                  </a:lnTo>
                  <a:lnTo>
                    <a:pt x="28236" y="59911"/>
                  </a:lnTo>
                  <a:lnTo>
                    <a:pt x="7461" y="100071"/>
                  </a:lnTo>
                  <a:lnTo>
                    <a:pt x="0" y="146304"/>
                  </a:lnTo>
                  <a:lnTo>
                    <a:pt x="0" y="2542032"/>
                  </a:lnTo>
                  <a:lnTo>
                    <a:pt x="7461" y="2588264"/>
                  </a:lnTo>
                  <a:lnTo>
                    <a:pt x="28236" y="2628424"/>
                  </a:lnTo>
                  <a:lnTo>
                    <a:pt x="59911" y="2660099"/>
                  </a:lnTo>
                  <a:lnTo>
                    <a:pt x="100071" y="2680874"/>
                  </a:lnTo>
                  <a:lnTo>
                    <a:pt x="146304" y="2688336"/>
                  </a:lnTo>
                  <a:lnTo>
                    <a:pt x="3880104" y="2688336"/>
                  </a:lnTo>
                  <a:lnTo>
                    <a:pt x="3926336" y="2680874"/>
                  </a:lnTo>
                  <a:lnTo>
                    <a:pt x="3966496" y="2660099"/>
                  </a:lnTo>
                  <a:lnTo>
                    <a:pt x="3998171" y="2628424"/>
                  </a:lnTo>
                  <a:lnTo>
                    <a:pt x="4018946" y="2588264"/>
                  </a:lnTo>
                  <a:lnTo>
                    <a:pt x="4026407" y="2542032"/>
                  </a:lnTo>
                  <a:lnTo>
                    <a:pt x="4026407" y="146304"/>
                  </a:lnTo>
                  <a:lnTo>
                    <a:pt x="4018946" y="100071"/>
                  </a:lnTo>
                  <a:lnTo>
                    <a:pt x="3998171" y="59911"/>
                  </a:lnTo>
                  <a:lnTo>
                    <a:pt x="3966496" y="28236"/>
                  </a:lnTo>
                  <a:lnTo>
                    <a:pt x="3926336" y="7461"/>
                  </a:lnTo>
                  <a:lnTo>
                    <a:pt x="3880104" y="0"/>
                  </a:lnTo>
                  <a:close/>
                </a:path>
              </a:pathLst>
            </a:custGeom>
            <a:solidFill>
              <a:srgbClr val="09151A">
                <a:alpha val="9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" name="object 16"/>
            <p:cNvSpPr/>
            <p:nvPr/>
          </p:nvSpPr>
          <p:spPr>
            <a:xfrm>
              <a:off x="9582840" y="3233880"/>
              <a:ext cx="4026240" cy="764640"/>
            </a:xfrm>
            <a:custGeom>
              <a:avLst/>
              <a:gdLst>
                <a:gd name="textAreaLeft" fmla="*/ 0 w 4026240"/>
                <a:gd name="textAreaRight" fmla="*/ 4026600 w 4026240"/>
                <a:gd name="textAreaTop" fmla="*/ 0 h 764640"/>
                <a:gd name="textAreaBottom" fmla="*/ 765000 h 764640"/>
              </a:gdLst>
              <a:ahLst/>
              <a:cxnLst/>
              <a:rect l="textAreaLeft" t="textAreaTop" r="textAreaRight" b="textAreaBottom"/>
              <a:pathLst>
                <a:path w="4026534" h="765175">
                  <a:moveTo>
                    <a:pt x="4026408" y="411480"/>
                  </a:moveTo>
                  <a:lnTo>
                    <a:pt x="4021607" y="387769"/>
                  </a:lnTo>
                  <a:lnTo>
                    <a:pt x="4008539" y="368388"/>
                  </a:lnTo>
                  <a:lnTo>
                    <a:pt x="3989159" y="355320"/>
                  </a:lnTo>
                  <a:lnTo>
                    <a:pt x="3965448" y="350520"/>
                  </a:lnTo>
                  <a:lnTo>
                    <a:pt x="2393734" y="350520"/>
                  </a:lnTo>
                  <a:lnTo>
                    <a:pt x="2392743" y="334556"/>
                  </a:lnTo>
                  <a:lnTo>
                    <a:pt x="2384031" y="288366"/>
                  </a:lnTo>
                  <a:lnTo>
                    <a:pt x="2369959" y="244297"/>
                  </a:lnTo>
                  <a:lnTo>
                    <a:pt x="2350897" y="202730"/>
                  </a:lnTo>
                  <a:lnTo>
                    <a:pt x="2327173" y="164007"/>
                  </a:lnTo>
                  <a:lnTo>
                    <a:pt x="2299157" y="128511"/>
                  </a:lnTo>
                  <a:lnTo>
                    <a:pt x="2267216" y="96570"/>
                  </a:lnTo>
                  <a:lnTo>
                    <a:pt x="2231720" y="68554"/>
                  </a:lnTo>
                  <a:lnTo>
                    <a:pt x="2192998" y="44831"/>
                  </a:lnTo>
                  <a:lnTo>
                    <a:pt x="2151430" y="25768"/>
                  </a:lnTo>
                  <a:lnTo>
                    <a:pt x="2107361" y="11696"/>
                  </a:lnTo>
                  <a:lnTo>
                    <a:pt x="2061171" y="2984"/>
                  </a:lnTo>
                  <a:lnTo>
                    <a:pt x="2013204" y="0"/>
                  </a:lnTo>
                  <a:lnTo>
                    <a:pt x="1965223" y="2984"/>
                  </a:lnTo>
                  <a:lnTo>
                    <a:pt x="1919033" y="11696"/>
                  </a:lnTo>
                  <a:lnTo>
                    <a:pt x="1874964" y="25768"/>
                  </a:lnTo>
                  <a:lnTo>
                    <a:pt x="1833397" y="44831"/>
                  </a:lnTo>
                  <a:lnTo>
                    <a:pt x="1794675" y="68554"/>
                  </a:lnTo>
                  <a:lnTo>
                    <a:pt x="1759178" y="96570"/>
                  </a:lnTo>
                  <a:lnTo>
                    <a:pt x="1727238" y="128511"/>
                  </a:lnTo>
                  <a:lnTo>
                    <a:pt x="1699221" y="164007"/>
                  </a:lnTo>
                  <a:lnTo>
                    <a:pt x="1675498" y="202730"/>
                  </a:lnTo>
                  <a:lnTo>
                    <a:pt x="1656435" y="244297"/>
                  </a:lnTo>
                  <a:lnTo>
                    <a:pt x="1642364" y="288366"/>
                  </a:lnTo>
                  <a:lnTo>
                    <a:pt x="1633651" y="334556"/>
                  </a:lnTo>
                  <a:lnTo>
                    <a:pt x="1632661" y="350520"/>
                  </a:lnTo>
                  <a:lnTo>
                    <a:pt x="60960" y="350520"/>
                  </a:lnTo>
                  <a:lnTo>
                    <a:pt x="37236" y="355320"/>
                  </a:lnTo>
                  <a:lnTo>
                    <a:pt x="17856" y="368388"/>
                  </a:lnTo>
                  <a:lnTo>
                    <a:pt x="4787" y="387769"/>
                  </a:lnTo>
                  <a:lnTo>
                    <a:pt x="0" y="411480"/>
                  </a:lnTo>
                  <a:lnTo>
                    <a:pt x="4787" y="435203"/>
                  </a:lnTo>
                  <a:lnTo>
                    <a:pt x="17856" y="454583"/>
                  </a:lnTo>
                  <a:lnTo>
                    <a:pt x="37236" y="467652"/>
                  </a:lnTo>
                  <a:lnTo>
                    <a:pt x="60960" y="472440"/>
                  </a:lnTo>
                  <a:lnTo>
                    <a:pt x="1641551" y="472440"/>
                  </a:lnTo>
                  <a:lnTo>
                    <a:pt x="1642364" y="476694"/>
                  </a:lnTo>
                  <a:lnTo>
                    <a:pt x="1656435" y="520763"/>
                  </a:lnTo>
                  <a:lnTo>
                    <a:pt x="1675498" y="562330"/>
                  </a:lnTo>
                  <a:lnTo>
                    <a:pt x="1699221" y="601052"/>
                  </a:lnTo>
                  <a:lnTo>
                    <a:pt x="1727238" y="636549"/>
                  </a:lnTo>
                  <a:lnTo>
                    <a:pt x="1759178" y="668489"/>
                  </a:lnTo>
                  <a:lnTo>
                    <a:pt x="1794675" y="696506"/>
                  </a:lnTo>
                  <a:lnTo>
                    <a:pt x="1833397" y="720229"/>
                  </a:lnTo>
                  <a:lnTo>
                    <a:pt x="1874964" y="739292"/>
                  </a:lnTo>
                  <a:lnTo>
                    <a:pt x="1919033" y="753364"/>
                  </a:lnTo>
                  <a:lnTo>
                    <a:pt x="1965223" y="762076"/>
                  </a:lnTo>
                  <a:lnTo>
                    <a:pt x="2013204" y="765048"/>
                  </a:lnTo>
                  <a:lnTo>
                    <a:pt x="2061171" y="762076"/>
                  </a:lnTo>
                  <a:lnTo>
                    <a:pt x="2107361" y="753364"/>
                  </a:lnTo>
                  <a:lnTo>
                    <a:pt x="2151430" y="739292"/>
                  </a:lnTo>
                  <a:lnTo>
                    <a:pt x="2192998" y="720229"/>
                  </a:lnTo>
                  <a:lnTo>
                    <a:pt x="2231720" y="696506"/>
                  </a:lnTo>
                  <a:lnTo>
                    <a:pt x="2267216" y="668489"/>
                  </a:lnTo>
                  <a:lnTo>
                    <a:pt x="2299157" y="636549"/>
                  </a:lnTo>
                  <a:lnTo>
                    <a:pt x="2327173" y="601052"/>
                  </a:lnTo>
                  <a:lnTo>
                    <a:pt x="2350897" y="562330"/>
                  </a:lnTo>
                  <a:lnTo>
                    <a:pt x="2369959" y="520763"/>
                  </a:lnTo>
                  <a:lnTo>
                    <a:pt x="2384031" y="476694"/>
                  </a:lnTo>
                  <a:lnTo>
                    <a:pt x="2384831" y="472440"/>
                  </a:lnTo>
                  <a:lnTo>
                    <a:pt x="3965448" y="472440"/>
                  </a:lnTo>
                  <a:lnTo>
                    <a:pt x="3989159" y="467652"/>
                  </a:lnTo>
                  <a:lnTo>
                    <a:pt x="4008539" y="454583"/>
                  </a:lnTo>
                  <a:lnTo>
                    <a:pt x="4021607" y="435203"/>
                  </a:lnTo>
                  <a:lnTo>
                    <a:pt x="4026408" y="411480"/>
                  </a:lnTo>
                  <a:close/>
                </a:path>
              </a:pathLst>
            </a:custGeom>
            <a:solidFill>
              <a:srgbClr val="5F9D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87" name="object 17"/>
            <p:cNvPicPr/>
            <p:nvPr/>
          </p:nvPicPr>
          <p:blipFill>
            <a:blip r:embed="rId4"/>
            <a:stretch/>
          </p:blipFill>
          <p:spPr>
            <a:xfrm>
              <a:off x="11442240" y="3462480"/>
              <a:ext cx="307440" cy="3045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88" name="object 18"/>
          <p:cNvSpPr/>
          <p:nvPr/>
        </p:nvSpPr>
        <p:spPr>
          <a:xfrm>
            <a:off x="9858600" y="4220280"/>
            <a:ext cx="3222360" cy="135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IN" sz="2500" b="0" u="none" spc="164" strike="noStrike">
                <a:solidFill>
                  <a:srgbClr val="E1E6E9"/>
                </a:solidFill>
                <a:effectLst/>
                <a:uFillTx/>
                <a:latin typeface="Cambria"/>
              </a:rPr>
              <a:t>Database:</a:t>
            </a:r>
            <a:r>
              <a:rPr lang="en-IN" sz="2500" b="0" u="none" spc="74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2500" b="0" u="none" spc="224" strike="noStrike">
                <a:solidFill>
                  <a:srgbClr val="E1E6E9"/>
                </a:solidFill>
                <a:effectLst/>
                <a:uFillTx/>
                <a:latin typeface="Cambria"/>
              </a:rPr>
              <a:t>MySQL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913"/>
              </a:spcBef>
            </a:pPr>
            <a:r>
              <a:rPr lang="en-IN" sz="2000" b="0" u="none" spc="125" strike="noStrike">
                <a:solidFill>
                  <a:srgbClr val="E1E6E9"/>
                </a:solidFill>
                <a:effectLst/>
                <a:uFillTx/>
                <a:latin typeface="Cambria"/>
              </a:rPr>
              <a:t>Stores</a:t>
            </a:r>
            <a:r>
              <a:rPr lang="en-IN" sz="2000" b="0" u="none" spc="79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2000" b="0" u="none" spc="119" strike="noStrike">
                <a:solidFill>
                  <a:srgbClr val="E1E6E9"/>
                </a:solidFill>
                <a:effectLst/>
                <a:uFillTx/>
                <a:latin typeface="Cambria"/>
              </a:rPr>
              <a:t>critical</a:t>
            </a:r>
            <a:r>
              <a:rPr lang="en-IN" sz="2000" b="0" u="none" spc="14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2000" b="0" u="none" spc="125" strike="noStrike">
                <a:solidFill>
                  <a:srgbClr val="E1E6E9"/>
                </a:solidFill>
                <a:effectLst/>
                <a:uFillTx/>
                <a:latin typeface="Cambria"/>
              </a:rPr>
              <a:t>application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794"/>
              </a:spcBef>
            </a:pPr>
            <a:r>
              <a:rPr lang="en-IN" sz="2000" b="0" u="none" spc="136" strike="noStrike">
                <a:solidFill>
                  <a:srgbClr val="E1E6E9"/>
                </a:solidFill>
                <a:effectLst/>
                <a:uFillTx/>
                <a:latin typeface="Cambria"/>
              </a:rPr>
              <a:t>data</a:t>
            </a:r>
            <a:r>
              <a:rPr lang="en-IN" sz="2000" b="0" u="none" spc="31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2000" b="0" u="none" spc="105" strike="noStrike">
                <a:solidFill>
                  <a:srgbClr val="E1E6E9"/>
                </a:solidFill>
                <a:effectLst/>
                <a:uFillTx/>
                <a:latin typeface="Cambria"/>
              </a:rPr>
              <a:t>securely.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object 2"/>
          <p:cNvPicPr/>
          <p:nvPr/>
        </p:nvPicPr>
        <p:blipFill>
          <a:blip r:embed="rId1"/>
          <a:stretch/>
        </p:blipFill>
        <p:spPr>
          <a:xfrm>
            <a:off x="12725280" y="7700040"/>
            <a:ext cx="1852920" cy="46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693720" y="442440"/>
            <a:ext cx="13242240" cy="1697040"/>
          </a:xfrm>
          <a:prstGeom prst="rect">
            <a:avLst/>
          </a:prstGeom>
          <a:noFill/>
          <a:ln w="0">
            <a:noFill/>
          </a:ln>
        </p:spPr>
        <p:txBody>
          <a:bodyPr lIns="0" tIns="291960" rIns="0" bIns="0" anchor="t">
            <a:spAutoFit/>
          </a:bodyPr>
          <a:p>
            <a:pPr marL="326520" indent="0" algn="l">
              <a:lnSpc>
                <a:spcPct val="100000"/>
              </a:lnSpc>
              <a:spcBef>
                <a:spcPts val="96"/>
              </a:spcBef>
              <a:buNone/>
            </a:pPr>
            <a:r>
              <a:rPr lang="en-IN" sz="5000" b="0" u="none" spc="386" strike="noStrike">
                <a:solidFill>
                  <a:srgbClr val="F5EFEF"/>
                </a:solidFill>
                <a:effectLst/>
                <a:uFillTx/>
                <a:latin typeface="Cambria"/>
              </a:rPr>
              <a:t>Testing</a:t>
            </a:r>
            <a:r>
              <a:rPr lang="en-IN" sz="5000" b="0" u="none" spc="145" strike="noStrike">
                <a:solidFill>
                  <a:srgbClr val="F5EFEF"/>
                </a:solidFill>
                <a:effectLst/>
                <a:uFillTx/>
                <a:latin typeface="Cambria"/>
              </a:rPr>
              <a:t> </a:t>
            </a:r>
            <a:r>
              <a:rPr lang="en-IN" sz="5000" b="0" u="none" spc="306" strike="noStrike">
                <a:solidFill>
                  <a:srgbClr val="F5EFEF"/>
                </a:solidFill>
                <a:effectLst/>
                <a:uFillTx/>
                <a:latin typeface="Cambria"/>
              </a:rPr>
              <a:t>&amp;</a:t>
            </a:r>
            <a:r>
              <a:rPr lang="en-IN" sz="5000" b="0" u="none" spc="85" strike="noStrike">
                <a:solidFill>
                  <a:srgbClr val="F5EFEF"/>
                </a:solidFill>
                <a:effectLst/>
                <a:uFillTx/>
                <a:latin typeface="Cambria"/>
              </a:rPr>
              <a:t> </a:t>
            </a:r>
            <a:r>
              <a:rPr lang="en-IN" sz="5000" b="0" u="none" spc="329" strike="noStrike">
                <a:solidFill>
                  <a:srgbClr val="F5EFEF"/>
                </a:solidFill>
                <a:effectLst/>
                <a:uFillTx/>
                <a:latin typeface="Cambria"/>
              </a:rPr>
              <a:t>Validation</a:t>
            </a:r>
            <a:endParaRPr lang="en-IN" sz="5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91" name="object 4"/>
          <p:cNvPicPr/>
          <p:nvPr/>
        </p:nvPicPr>
        <p:blipFill>
          <a:blip r:embed="rId2"/>
          <a:stretch/>
        </p:blipFill>
        <p:spPr>
          <a:xfrm>
            <a:off x="1020960" y="2234160"/>
            <a:ext cx="4660200" cy="4663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2" name="object 5"/>
          <p:cNvPicPr/>
          <p:nvPr/>
        </p:nvPicPr>
        <p:blipFill>
          <a:blip r:embed="rId3"/>
          <a:stretch/>
        </p:blipFill>
        <p:spPr>
          <a:xfrm>
            <a:off x="6312240" y="3102840"/>
            <a:ext cx="127800" cy="127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object 6"/>
          <p:cNvPicPr/>
          <p:nvPr/>
        </p:nvPicPr>
        <p:blipFill>
          <a:blip r:embed="rId4"/>
          <a:stretch/>
        </p:blipFill>
        <p:spPr>
          <a:xfrm>
            <a:off x="6312240" y="4675680"/>
            <a:ext cx="127800" cy="127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object 7"/>
          <p:cNvPicPr/>
          <p:nvPr/>
        </p:nvPicPr>
        <p:blipFill>
          <a:blip r:embed="rId5"/>
          <a:stretch/>
        </p:blipFill>
        <p:spPr>
          <a:xfrm>
            <a:off x="6312240" y="6248520"/>
            <a:ext cx="127800" cy="127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object 8"/>
          <p:cNvSpPr/>
          <p:nvPr/>
        </p:nvSpPr>
        <p:spPr>
          <a:xfrm>
            <a:off x="6301080" y="2173320"/>
            <a:ext cx="4142880" cy="496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3000" b="0" u="none" spc="201" strike="noStrike">
                <a:solidFill>
                  <a:srgbClr val="F5EFEF"/>
                </a:solidFill>
                <a:effectLst/>
                <a:uFillTx/>
                <a:latin typeface="Cambria"/>
              </a:rPr>
              <a:t>Quality</a:t>
            </a:r>
            <a:r>
              <a:rPr lang="en-IN" sz="3000" b="0" u="none" spc="60" strike="noStrike">
                <a:solidFill>
                  <a:srgbClr val="F5EFEF"/>
                </a:solidFill>
                <a:effectLst/>
                <a:uFillTx/>
                <a:latin typeface="Cambria"/>
              </a:rPr>
              <a:t> </a:t>
            </a:r>
            <a:r>
              <a:rPr lang="en-IN" sz="3000" b="0" u="none" spc="201" strike="noStrike">
                <a:solidFill>
                  <a:srgbClr val="F5EFEF"/>
                </a:solidFill>
                <a:effectLst/>
                <a:uFillTx/>
                <a:latin typeface="Cambria"/>
              </a:rPr>
              <a:t>Assurance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94920">
              <a:lnSpc>
                <a:spcPct val="100000"/>
              </a:lnSpc>
              <a:spcBef>
                <a:spcPts val="2395"/>
              </a:spcBef>
            </a:pPr>
            <a:r>
              <a:rPr lang="en-IN" sz="2500" b="0" u="none" spc="181" strike="noStrike">
                <a:solidFill>
                  <a:srgbClr val="E1E6E9"/>
                </a:solidFill>
                <a:effectLst/>
                <a:uFillTx/>
                <a:latin typeface="Cambria"/>
              </a:rPr>
              <a:t>API</a:t>
            </a:r>
            <a:r>
              <a:rPr lang="en-IN" sz="2500" b="0" u="none" spc="34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2500" b="0" u="none" spc="150" strike="noStrike">
                <a:solidFill>
                  <a:srgbClr val="E1E6E9"/>
                </a:solidFill>
                <a:effectLst/>
                <a:uFillTx/>
                <a:latin typeface="Cambria"/>
              </a:rPr>
              <a:t>Verification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94920">
              <a:lnSpc>
                <a:spcPct val="100000"/>
              </a:lnSpc>
              <a:spcBef>
                <a:spcPts val="2721"/>
              </a:spcBef>
            </a:pPr>
            <a:r>
              <a:rPr lang="en-IN" sz="2000" b="0" u="none" spc="170" strike="noStrike">
                <a:solidFill>
                  <a:srgbClr val="E1E6E9"/>
                </a:solidFill>
                <a:effectLst/>
                <a:uFillTx/>
                <a:latin typeface="Cambria"/>
              </a:rPr>
              <a:t>Postman</a:t>
            </a:r>
            <a:r>
              <a:rPr lang="en-IN" sz="2000" b="0" u="none" spc="40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2000" b="0" u="none" spc="130" strike="noStrike">
                <a:solidFill>
                  <a:srgbClr val="E1E6E9"/>
                </a:solidFill>
                <a:effectLst/>
                <a:uFillTx/>
                <a:latin typeface="Cambria"/>
              </a:rPr>
              <a:t>for</a:t>
            </a:r>
            <a:r>
              <a:rPr lang="en-IN" sz="2000" b="0" u="none" spc="74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2000" b="0" u="none" spc="136" strike="noStrike">
                <a:solidFill>
                  <a:srgbClr val="E1E6E9"/>
                </a:solidFill>
                <a:effectLst/>
                <a:uFillTx/>
                <a:latin typeface="Cambria"/>
              </a:rPr>
              <a:t>API</a:t>
            </a:r>
            <a:r>
              <a:rPr lang="en-IN" sz="2000" b="0" u="none" spc="60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2000" b="0" u="none" spc="136" strike="noStrike">
                <a:solidFill>
                  <a:srgbClr val="E1E6E9"/>
                </a:solidFill>
                <a:effectLst/>
                <a:uFillTx/>
                <a:latin typeface="Cambria"/>
              </a:rPr>
              <a:t>testing.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919"/>
              </a:spcBef>
            </a:pP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94920">
              <a:lnSpc>
                <a:spcPct val="100000"/>
              </a:lnSpc>
            </a:pPr>
            <a:r>
              <a:rPr lang="en-IN" sz="2500" b="0" u="none" spc="176" strike="noStrike">
                <a:solidFill>
                  <a:srgbClr val="E1E6E9"/>
                </a:solidFill>
                <a:effectLst/>
                <a:uFillTx/>
                <a:latin typeface="Cambria"/>
              </a:rPr>
              <a:t>Integration</a:t>
            </a:r>
            <a:r>
              <a:rPr lang="en-IN" sz="2500" b="0" u="none" spc="111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2500" b="0" u="none" spc="181" strike="noStrike">
                <a:solidFill>
                  <a:srgbClr val="E1E6E9"/>
                </a:solidFill>
                <a:effectLst/>
                <a:uFillTx/>
                <a:latin typeface="Cambria"/>
              </a:rPr>
              <a:t>Testing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94920">
              <a:lnSpc>
                <a:spcPct val="100000"/>
              </a:lnSpc>
              <a:spcBef>
                <a:spcPts val="2721"/>
              </a:spcBef>
            </a:pPr>
            <a:r>
              <a:rPr lang="en-IN" sz="2000" b="0" u="none" spc="111" strike="noStrike">
                <a:solidFill>
                  <a:srgbClr val="E1E6E9"/>
                </a:solidFill>
                <a:effectLst/>
                <a:uFillTx/>
                <a:latin typeface="Cambria"/>
              </a:rPr>
              <a:t>Browser</a:t>
            </a:r>
            <a:r>
              <a:rPr lang="en-IN" sz="2000" b="0" u="none" spc="71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2000" b="0" u="none" spc="136" strike="noStrike">
                <a:solidFill>
                  <a:srgbClr val="E1E6E9"/>
                </a:solidFill>
                <a:effectLst/>
                <a:uFillTx/>
                <a:latin typeface="Cambria"/>
              </a:rPr>
              <a:t>DevTools</a:t>
            </a:r>
            <a:r>
              <a:rPr lang="en-IN" sz="2000" b="0" u="none" spc="99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2000" b="0" u="none" spc="119" strike="noStrike">
                <a:solidFill>
                  <a:srgbClr val="E1E6E9"/>
                </a:solidFill>
                <a:effectLst/>
                <a:uFillTx/>
                <a:latin typeface="Cambria"/>
              </a:rPr>
              <a:t>validation.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913"/>
              </a:spcBef>
            </a:pP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94920">
              <a:lnSpc>
                <a:spcPct val="100000"/>
              </a:lnSpc>
            </a:pPr>
            <a:r>
              <a:rPr lang="en-IN" sz="2500" b="0" u="none" spc="204" strike="noStrike">
                <a:solidFill>
                  <a:srgbClr val="E1E6E9"/>
                </a:solidFill>
                <a:effectLst/>
                <a:uFillTx/>
                <a:latin typeface="Cambria"/>
              </a:rPr>
              <a:t>System</a:t>
            </a:r>
            <a:r>
              <a:rPr lang="en-IN" sz="2500" b="0" u="none" spc="51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2500" b="0" u="none" spc="139" strike="noStrike">
                <a:solidFill>
                  <a:srgbClr val="E1E6E9"/>
                </a:solidFill>
                <a:effectLst/>
                <a:uFillTx/>
                <a:latin typeface="Cambria"/>
              </a:rPr>
              <a:t>Reliability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94920">
              <a:lnSpc>
                <a:spcPct val="100000"/>
              </a:lnSpc>
              <a:spcBef>
                <a:spcPts val="2721"/>
              </a:spcBef>
            </a:pPr>
            <a:r>
              <a:rPr lang="en-IN" sz="2000" b="0" u="none" spc="150" strike="noStrike">
                <a:solidFill>
                  <a:srgbClr val="E1E6E9"/>
                </a:solidFill>
                <a:effectLst/>
                <a:uFillTx/>
                <a:latin typeface="Cambria"/>
              </a:rPr>
              <a:t>Ensuring</a:t>
            </a:r>
            <a:r>
              <a:rPr lang="en-IN" sz="2000" b="0" u="none" spc="79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2000" b="0" u="none" spc="139" strike="noStrike">
                <a:solidFill>
                  <a:srgbClr val="E1E6E9"/>
                </a:solidFill>
                <a:effectLst/>
                <a:uFillTx/>
                <a:latin typeface="Cambria"/>
              </a:rPr>
              <a:t>consistent</a:t>
            </a:r>
            <a:r>
              <a:rPr lang="en-IN" sz="2000" b="0" u="none" spc="105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2000" b="0" u="none" spc="111" strike="noStrike">
                <a:solidFill>
                  <a:srgbClr val="E1E6E9"/>
                </a:solidFill>
                <a:effectLst/>
                <a:uFillTx/>
                <a:latin typeface="Cambria"/>
              </a:rPr>
              <a:t>behavior.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object 2"/>
          <p:cNvPicPr/>
          <p:nvPr/>
        </p:nvPicPr>
        <p:blipFill>
          <a:blip r:embed="rId1"/>
          <a:stretch/>
        </p:blipFill>
        <p:spPr>
          <a:xfrm>
            <a:off x="0" y="0"/>
            <a:ext cx="5486040" cy="82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6351120" y="204480"/>
            <a:ext cx="5348880" cy="695520"/>
          </a:xfrm>
          <a:prstGeom prst="rect">
            <a:avLst/>
          </a:prstGeom>
          <a:noFill/>
          <a:ln w="0">
            <a:noFill/>
          </a:ln>
        </p:spPr>
        <p:txBody>
          <a:bodyPr lIns="0" tIns="1224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96"/>
              </a:spcBef>
              <a:buNone/>
            </a:pPr>
            <a:r>
              <a:rPr lang="en-IN" sz="4400" b="0" u="none" spc="476" strike="noStrike">
                <a:solidFill>
                  <a:srgbClr val="F5EFEF"/>
                </a:solidFill>
                <a:effectLst/>
                <a:uFillTx/>
                <a:latin typeface="Cambria"/>
              </a:rPr>
              <a:t>Real-</a:t>
            </a:r>
            <a:r>
              <a:rPr lang="en-IN" sz="4400" b="0" u="none" spc="261" strike="noStrike">
                <a:solidFill>
                  <a:srgbClr val="F5EFEF"/>
                </a:solidFill>
                <a:effectLst/>
                <a:uFillTx/>
                <a:latin typeface="Cambria"/>
              </a:rPr>
              <a:t>World</a:t>
            </a:r>
            <a:r>
              <a:rPr lang="en-IN" sz="4400" b="0" u="none" spc="96" strike="noStrike">
                <a:solidFill>
                  <a:srgbClr val="F5EFEF"/>
                </a:solidFill>
                <a:effectLst/>
                <a:uFillTx/>
                <a:latin typeface="Cambria"/>
              </a:rPr>
              <a:t> </a:t>
            </a:r>
            <a:r>
              <a:rPr lang="en-IN" sz="4400" b="0" u="none" spc="360" strike="noStrike">
                <a:solidFill>
                  <a:srgbClr val="F5EFEF"/>
                </a:solidFill>
                <a:effectLst/>
                <a:uFillTx/>
                <a:latin typeface="Cambria"/>
              </a:rPr>
              <a:t>Impact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98" name="object 4"/>
          <p:cNvPicPr/>
          <p:nvPr/>
        </p:nvPicPr>
        <p:blipFill>
          <a:blip r:embed="rId2"/>
          <a:stretch/>
        </p:blipFill>
        <p:spPr>
          <a:xfrm>
            <a:off x="6385680" y="1892880"/>
            <a:ext cx="673200" cy="673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9" name="object 5"/>
          <p:cNvPicPr/>
          <p:nvPr/>
        </p:nvPicPr>
        <p:blipFill>
          <a:blip r:embed="rId3"/>
          <a:stretch/>
        </p:blipFill>
        <p:spPr>
          <a:xfrm>
            <a:off x="6385680" y="3374280"/>
            <a:ext cx="673200" cy="673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0" name="object 6"/>
          <p:cNvPicPr/>
          <p:nvPr/>
        </p:nvPicPr>
        <p:blipFill>
          <a:blip r:embed="rId4"/>
          <a:stretch/>
        </p:blipFill>
        <p:spPr>
          <a:xfrm>
            <a:off x="6385680" y="4858560"/>
            <a:ext cx="673200" cy="673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1" name="object 7"/>
          <p:cNvPicPr/>
          <p:nvPr/>
        </p:nvPicPr>
        <p:blipFill>
          <a:blip r:embed="rId5"/>
          <a:stretch/>
        </p:blipFill>
        <p:spPr>
          <a:xfrm>
            <a:off x="6385680" y="6339960"/>
            <a:ext cx="673200" cy="67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7309440" y="1647000"/>
            <a:ext cx="6111000" cy="5196240"/>
          </a:xfrm>
          <a:prstGeom prst="rect">
            <a:avLst/>
          </a:prstGeom>
          <a:noFill/>
          <a:ln w="0">
            <a:noFill/>
          </a:ln>
        </p:spPr>
        <p:txBody>
          <a:bodyPr lIns="0" tIns="1332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105"/>
              </a:spcBef>
              <a:buNone/>
            </a:pPr>
            <a:r>
              <a:rPr lang="en-IN" sz="2200" b="0" u="none" spc="139" strike="noStrike">
                <a:solidFill>
                  <a:srgbClr val="E1E6E9"/>
                </a:solidFill>
                <a:effectLst/>
                <a:uFillTx/>
                <a:latin typeface="Cambria"/>
              </a:rPr>
              <a:t>Operational</a:t>
            </a:r>
            <a:r>
              <a:rPr lang="en-IN" sz="2200" b="0" u="none" spc="74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2200" b="0" u="none" spc="150" strike="noStrike">
                <a:solidFill>
                  <a:srgbClr val="E1E6E9"/>
                </a:solidFill>
                <a:effectLst/>
                <a:uFillTx/>
                <a:latin typeface="Cambria"/>
              </a:rPr>
              <a:t>Efficiency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600" indent="0" algn="l">
              <a:lnSpc>
                <a:spcPct val="100000"/>
              </a:lnSpc>
              <a:spcBef>
                <a:spcPts val="1636"/>
              </a:spcBef>
              <a:buNone/>
            </a:pPr>
            <a:r>
              <a:rPr lang="en-IN" sz="1750" b="0" u="none" spc="139" strike="noStrike">
                <a:solidFill>
                  <a:srgbClr val="E1E6E9"/>
                </a:solidFill>
                <a:effectLst/>
                <a:uFillTx/>
                <a:latin typeface="Cambria"/>
              </a:rPr>
              <a:t>Automates</a:t>
            </a:r>
            <a:r>
              <a:rPr lang="en-IN" sz="1750" b="0" u="none" spc="-6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1750" b="0" u="none" spc="113" strike="noStrike">
                <a:solidFill>
                  <a:srgbClr val="E1E6E9"/>
                </a:solidFill>
                <a:effectLst/>
                <a:uFillTx/>
                <a:latin typeface="Cambria"/>
              </a:rPr>
              <a:t>insurance</a:t>
            </a:r>
            <a:r>
              <a:rPr lang="en-IN" sz="1750" b="0" u="none" spc="96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1750" b="0" u="none" spc="125" strike="noStrike">
                <a:solidFill>
                  <a:srgbClr val="E1E6E9"/>
                </a:solidFill>
                <a:effectLst/>
                <a:uFillTx/>
                <a:latin typeface="Cambria"/>
              </a:rPr>
              <a:t>operations,</a:t>
            </a:r>
            <a:r>
              <a:rPr lang="en-IN" sz="1750" b="0" u="none" spc="91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1750" b="0" u="none" spc="105" strike="noStrike">
                <a:solidFill>
                  <a:srgbClr val="E1E6E9"/>
                </a:solidFill>
                <a:effectLst/>
                <a:uFillTx/>
                <a:latin typeface="Cambria"/>
              </a:rPr>
              <a:t>reduces</a:t>
            </a:r>
            <a:r>
              <a:rPr lang="en-IN" sz="1750" b="0" u="none" spc="51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1750" b="0" u="none" spc="156" strike="noStrike">
                <a:solidFill>
                  <a:srgbClr val="E1E6E9"/>
                </a:solidFill>
                <a:effectLst/>
                <a:uFillTx/>
                <a:latin typeface="Cambria"/>
              </a:rPr>
              <a:t>manual</a:t>
            </a:r>
            <a:r>
              <a:rPr lang="en-IN" sz="1750" b="0" u="none" spc="60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1750" b="0" u="none" spc="91" strike="noStrike">
                <a:solidFill>
                  <a:srgbClr val="E1E6E9"/>
                </a:solidFill>
                <a:effectLst/>
                <a:uFillTx/>
                <a:latin typeface="Cambria"/>
              </a:rPr>
              <a:t>work.</a:t>
            </a:r>
            <a:endParaRPr lang="en-IN" sz="175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indent="0" algn="l">
              <a:lnSpc>
                <a:spcPct val="100000"/>
              </a:lnSpc>
              <a:buNone/>
            </a:pPr>
            <a:endParaRPr lang="en-IN" sz="175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indent="0" algn="l">
              <a:lnSpc>
                <a:spcPct val="100000"/>
              </a:lnSpc>
              <a:spcBef>
                <a:spcPts val="1205"/>
              </a:spcBef>
              <a:buNone/>
            </a:pPr>
            <a:endParaRPr lang="en-IN" sz="175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600" indent="0" algn="l">
              <a:lnSpc>
                <a:spcPct val="100000"/>
              </a:lnSpc>
              <a:buNone/>
            </a:pPr>
            <a:r>
              <a:rPr lang="en-IN" sz="2200" b="0" u="none" spc="176" strike="noStrike">
                <a:solidFill>
                  <a:srgbClr val="E1E6E9"/>
                </a:solidFill>
                <a:effectLst/>
                <a:uFillTx/>
                <a:latin typeface="Cambria"/>
              </a:rPr>
              <a:t>Customer</a:t>
            </a:r>
            <a:r>
              <a:rPr lang="en-IN" sz="2200" b="0" u="none" spc="71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2200" b="0" u="none" spc="269" strike="noStrike">
                <a:solidFill>
                  <a:srgbClr val="E1E6E9"/>
                </a:solidFill>
                <a:effectLst/>
                <a:uFillTx/>
                <a:latin typeface="Cambria"/>
              </a:rPr>
              <a:t>Self-</a:t>
            </a:r>
            <a:r>
              <a:rPr lang="en-IN" sz="2200" b="0" u="none" spc="119" strike="noStrike">
                <a:solidFill>
                  <a:srgbClr val="E1E6E9"/>
                </a:solidFill>
                <a:effectLst/>
                <a:uFillTx/>
                <a:latin typeface="Cambria"/>
              </a:rPr>
              <a:t>Service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600" indent="0" algn="l">
              <a:lnSpc>
                <a:spcPct val="100000"/>
              </a:lnSpc>
              <a:spcBef>
                <a:spcPts val="1630"/>
              </a:spcBef>
              <a:buNone/>
            </a:pPr>
            <a:r>
              <a:rPr lang="en-IN" sz="1750" b="0" u="none" spc="139" strike="noStrike">
                <a:solidFill>
                  <a:srgbClr val="E1E6E9"/>
                </a:solidFill>
                <a:effectLst/>
                <a:uFillTx/>
                <a:latin typeface="Cambria"/>
              </a:rPr>
              <a:t>Customers</a:t>
            </a:r>
            <a:r>
              <a:rPr lang="en-IN" sz="1750" b="0" u="none" spc="11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1750" b="0" u="none" spc="164" strike="noStrike">
                <a:solidFill>
                  <a:srgbClr val="E1E6E9"/>
                </a:solidFill>
                <a:effectLst/>
                <a:uFillTx/>
                <a:latin typeface="Cambria"/>
              </a:rPr>
              <a:t>manage</a:t>
            </a:r>
            <a:r>
              <a:rPr lang="en-IN" sz="1750" b="0" u="none" spc="40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1750" b="0" u="none" spc="99" strike="noStrike">
                <a:solidFill>
                  <a:srgbClr val="E1E6E9"/>
                </a:solidFill>
                <a:effectLst/>
                <a:uFillTx/>
                <a:latin typeface="Cambria"/>
              </a:rPr>
              <a:t>policies</a:t>
            </a:r>
            <a:r>
              <a:rPr lang="en-IN" sz="1750" b="0" u="none" spc="79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1750" b="0" u="none" spc="99" strike="noStrike">
                <a:solidFill>
                  <a:srgbClr val="E1E6E9"/>
                </a:solidFill>
                <a:effectLst/>
                <a:uFillTx/>
                <a:latin typeface="Cambria"/>
              </a:rPr>
              <a:t>via</a:t>
            </a:r>
            <a:r>
              <a:rPr lang="en-IN" sz="1750" b="0" u="none" spc="60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1750" b="0" u="none" spc="111" strike="noStrike">
                <a:solidFill>
                  <a:srgbClr val="E1E6E9"/>
                </a:solidFill>
                <a:effectLst/>
                <a:uFillTx/>
                <a:latin typeface="Cambria"/>
              </a:rPr>
              <a:t>structured</a:t>
            </a:r>
            <a:r>
              <a:rPr lang="en-IN" sz="1750" b="0" u="none" spc="26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1750" b="0" u="none" spc="105" strike="noStrike">
                <a:solidFill>
                  <a:srgbClr val="E1E6E9"/>
                </a:solidFill>
                <a:effectLst/>
                <a:uFillTx/>
                <a:latin typeface="Cambria"/>
              </a:rPr>
              <a:t>dashboards.</a:t>
            </a:r>
            <a:endParaRPr lang="en-IN" sz="175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indent="0" algn="l">
              <a:lnSpc>
                <a:spcPct val="100000"/>
              </a:lnSpc>
              <a:buNone/>
            </a:pPr>
            <a:endParaRPr lang="en-IN" sz="175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indent="0" algn="l">
              <a:lnSpc>
                <a:spcPct val="100000"/>
              </a:lnSpc>
              <a:spcBef>
                <a:spcPts val="1205"/>
              </a:spcBef>
              <a:buNone/>
            </a:pPr>
            <a:endParaRPr lang="en-IN" sz="175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600" indent="0" algn="l">
              <a:lnSpc>
                <a:spcPct val="100000"/>
              </a:lnSpc>
              <a:buNone/>
            </a:pPr>
            <a:r>
              <a:rPr lang="en-IN" sz="2200" b="0" u="none" spc="164" strike="noStrike">
                <a:solidFill>
                  <a:srgbClr val="E1E6E9"/>
                </a:solidFill>
                <a:effectLst/>
                <a:uFillTx/>
                <a:latin typeface="Cambria"/>
              </a:rPr>
              <a:t>Cost</a:t>
            </a:r>
            <a:r>
              <a:rPr lang="en-IN" sz="2200" b="0" u="none" spc="26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2200" b="0" u="none" spc="145" strike="noStrike">
                <a:solidFill>
                  <a:srgbClr val="E1E6E9"/>
                </a:solidFill>
                <a:effectLst/>
                <a:uFillTx/>
                <a:latin typeface="Cambria"/>
              </a:rPr>
              <a:t>Reduction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600" indent="0" algn="l">
              <a:lnSpc>
                <a:spcPct val="100000"/>
              </a:lnSpc>
              <a:spcBef>
                <a:spcPts val="1636"/>
              </a:spcBef>
              <a:buNone/>
            </a:pPr>
            <a:r>
              <a:rPr lang="en-IN" sz="1750" b="0" u="none" spc="113" strike="noStrike">
                <a:solidFill>
                  <a:srgbClr val="E1E6E9"/>
                </a:solidFill>
                <a:effectLst/>
                <a:uFillTx/>
                <a:latin typeface="Cambria"/>
              </a:rPr>
              <a:t>Faster</a:t>
            </a:r>
            <a:r>
              <a:rPr lang="en-IN" sz="1750" b="0" u="none" spc="20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1750" b="0" u="none" spc="130" strike="noStrike">
                <a:solidFill>
                  <a:srgbClr val="E1E6E9"/>
                </a:solidFill>
                <a:effectLst/>
                <a:uFillTx/>
                <a:latin typeface="Cambria"/>
              </a:rPr>
              <a:t>processing,</a:t>
            </a:r>
            <a:r>
              <a:rPr lang="en-IN" sz="1750" b="0" u="none" spc="96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1750" b="0" u="none" spc="99" strike="noStrike">
                <a:solidFill>
                  <a:srgbClr val="E1E6E9"/>
                </a:solidFill>
                <a:effectLst/>
                <a:uFillTx/>
                <a:latin typeface="Cambria"/>
              </a:rPr>
              <a:t>lower</a:t>
            </a:r>
            <a:r>
              <a:rPr lang="en-IN" sz="1750" b="0" u="none" spc="20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1750" b="0" u="none" spc="139" strike="noStrike">
                <a:solidFill>
                  <a:srgbClr val="E1E6E9"/>
                </a:solidFill>
                <a:effectLst/>
                <a:uFillTx/>
                <a:latin typeface="Cambria"/>
              </a:rPr>
              <a:t>costs,</a:t>
            </a:r>
            <a:r>
              <a:rPr lang="en-IN" sz="1750" b="0" u="none" spc="51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1750" b="0" u="none" spc="119" strike="noStrike">
                <a:solidFill>
                  <a:srgbClr val="E1E6E9"/>
                </a:solidFill>
                <a:effectLst/>
                <a:uFillTx/>
                <a:latin typeface="Cambria"/>
              </a:rPr>
              <a:t>improved</a:t>
            </a:r>
            <a:r>
              <a:rPr lang="en-IN" sz="1750" b="0" u="none" spc="71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1750" b="0" u="none" spc="119" strike="noStrike">
                <a:solidFill>
                  <a:srgbClr val="E1E6E9"/>
                </a:solidFill>
                <a:effectLst/>
                <a:uFillTx/>
                <a:latin typeface="Cambria"/>
              </a:rPr>
              <a:t>compliance.</a:t>
            </a:r>
            <a:endParaRPr lang="en-IN" sz="175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indent="0" algn="l">
              <a:lnSpc>
                <a:spcPct val="100000"/>
              </a:lnSpc>
              <a:buNone/>
            </a:pPr>
            <a:endParaRPr lang="en-IN" sz="175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indent="0" algn="l">
              <a:lnSpc>
                <a:spcPct val="100000"/>
              </a:lnSpc>
              <a:spcBef>
                <a:spcPts val="1205"/>
              </a:spcBef>
              <a:buNone/>
            </a:pPr>
            <a:endParaRPr lang="en-IN" sz="175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600" indent="0" algn="l">
              <a:lnSpc>
                <a:spcPct val="100000"/>
              </a:lnSpc>
              <a:buNone/>
            </a:pPr>
            <a:r>
              <a:rPr lang="en-IN" sz="2200" b="0" u="none" spc="156" strike="noStrike">
                <a:solidFill>
                  <a:srgbClr val="E1E6E9"/>
                </a:solidFill>
                <a:effectLst/>
                <a:uFillTx/>
                <a:latin typeface="Cambria"/>
              </a:rPr>
              <a:t>Scalable</a:t>
            </a:r>
            <a:r>
              <a:rPr lang="en-IN" sz="2200" b="0" u="none" spc="-6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2200" b="0" u="none" spc="136" strike="noStrike">
                <a:solidFill>
                  <a:srgbClr val="E1E6E9"/>
                </a:solidFill>
                <a:effectLst/>
                <a:uFillTx/>
                <a:latin typeface="Cambria"/>
              </a:rPr>
              <a:t>Blueprint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600" indent="0" algn="l">
              <a:lnSpc>
                <a:spcPct val="100000"/>
              </a:lnSpc>
              <a:spcBef>
                <a:spcPts val="1630"/>
              </a:spcBef>
              <a:buNone/>
            </a:pPr>
            <a:r>
              <a:rPr lang="en-IN" sz="1750" b="0" u="none" spc="130" strike="noStrike">
                <a:solidFill>
                  <a:srgbClr val="E1E6E9"/>
                </a:solidFill>
                <a:effectLst/>
                <a:uFillTx/>
                <a:latin typeface="Cambria"/>
              </a:rPr>
              <a:t>Foundation</a:t>
            </a:r>
            <a:r>
              <a:rPr lang="en-IN" sz="1750" b="0" u="none" spc="65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1750" b="0" u="none" spc="119" strike="noStrike">
                <a:solidFill>
                  <a:srgbClr val="E1E6E9"/>
                </a:solidFill>
                <a:effectLst/>
                <a:uFillTx/>
                <a:latin typeface="Cambria"/>
              </a:rPr>
              <a:t>for</a:t>
            </a:r>
            <a:r>
              <a:rPr lang="en-IN" sz="1750" b="0" u="none" spc="51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1750" b="0" u="none" spc="136" strike="noStrike">
                <a:solidFill>
                  <a:srgbClr val="E1E6E9"/>
                </a:solidFill>
                <a:effectLst/>
                <a:uFillTx/>
                <a:latin typeface="Cambria"/>
              </a:rPr>
              <a:t>AI</a:t>
            </a:r>
            <a:r>
              <a:rPr lang="en-IN" sz="1750" b="0" u="none" spc="20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1750" b="0" u="none" spc="145" strike="noStrike">
                <a:solidFill>
                  <a:srgbClr val="E1E6E9"/>
                </a:solidFill>
                <a:effectLst/>
                <a:uFillTx/>
                <a:latin typeface="Cambria"/>
              </a:rPr>
              <a:t>automation</a:t>
            </a:r>
            <a:r>
              <a:rPr lang="en-IN" sz="1750" b="0" u="none" spc="51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1750" b="0" u="none" spc="111" strike="noStrike">
                <a:solidFill>
                  <a:srgbClr val="E1E6E9"/>
                </a:solidFill>
                <a:effectLst/>
                <a:uFillTx/>
                <a:latin typeface="Cambria"/>
              </a:rPr>
              <a:t>across</a:t>
            </a:r>
            <a:r>
              <a:rPr lang="en-IN" sz="1750" b="0" u="none" spc="65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1750" b="0" u="none" spc="99" strike="noStrike">
                <a:solidFill>
                  <a:srgbClr val="E1E6E9"/>
                </a:solidFill>
                <a:effectLst/>
                <a:uFillTx/>
                <a:latin typeface="Cambria"/>
              </a:rPr>
              <a:t>industries.</a:t>
            </a:r>
            <a:endParaRPr lang="en-IN" sz="175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103" name="object 9"/>
          <p:cNvPicPr/>
          <p:nvPr/>
        </p:nvPicPr>
        <p:blipFill>
          <a:blip r:embed="rId6"/>
          <a:stretch/>
        </p:blipFill>
        <p:spPr>
          <a:xfrm>
            <a:off x="12718440" y="7764120"/>
            <a:ext cx="1852920" cy="465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object 2"/>
          <p:cNvPicPr/>
          <p:nvPr/>
        </p:nvPicPr>
        <p:blipFill>
          <a:blip r:embed="rId1"/>
          <a:stretch/>
        </p:blipFill>
        <p:spPr>
          <a:xfrm>
            <a:off x="12750840" y="7687440"/>
            <a:ext cx="1852920" cy="46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1007640" y="360000"/>
            <a:ext cx="8506080" cy="786960"/>
          </a:xfrm>
          <a:prstGeom prst="rect">
            <a:avLst/>
          </a:prstGeom>
          <a:noFill/>
          <a:ln w="0">
            <a:noFill/>
          </a:ln>
        </p:spPr>
        <p:txBody>
          <a:bodyPr lIns="0" tIns="1152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91"/>
              </a:spcBef>
              <a:buNone/>
            </a:pPr>
            <a:r>
              <a:rPr lang="en-IN" sz="5000" b="0" u="none" spc="300" strike="noStrike">
                <a:solidFill>
                  <a:srgbClr val="F5EFEF"/>
                </a:solidFill>
                <a:effectLst/>
                <a:uFillTx/>
                <a:latin typeface="Cambria"/>
              </a:rPr>
              <a:t>Project</a:t>
            </a:r>
            <a:r>
              <a:rPr lang="en-IN" sz="5000" b="0" u="none" spc="150" strike="noStrike">
                <a:solidFill>
                  <a:srgbClr val="F5EFEF"/>
                </a:solidFill>
                <a:effectLst/>
                <a:uFillTx/>
                <a:latin typeface="Cambria"/>
              </a:rPr>
              <a:t> </a:t>
            </a:r>
            <a:r>
              <a:rPr lang="en-IN" sz="5000" b="0" u="none" spc="374" strike="noStrike">
                <a:solidFill>
                  <a:srgbClr val="F5EFEF"/>
                </a:solidFill>
                <a:effectLst/>
                <a:uFillTx/>
                <a:latin typeface="Cambria"/>
              </a:rPr>
              <a:t>Execution</a:t>
            </a:r>
            <a:r>
              <a:rPr lang="en-IN" sz="5000" b="0" u="none" spc="164" strike="noStrike">
                <a:solidFill>
                  <a:srgbClr val="F5EFEF"/>
                </a:solidFill>
                <a:effectLst/>
                <a:uFillTx/>
                <a:latin typeface="Cambria"/>
              </a:rPr>
              <a:t> </a:t>
            </a:r>
            <a:r>
              <a:rPr lang="en-IN" sz="5000" b="0" u="none" spc="391" strike="noStrike">
                <a:solidFill>
                  <a:srgbClr val="F5EFEF"/>
                </a:solidFill>
                <a:effectLst/>
                <a:uFillTx/>
                <a:latin typeface="Cambria"/>
              </a:rPr>
              <a:t>Timeline</a:t>
            </a:r>
            <a:endParaRPr lang="en-IN" sz="5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pSp>
        <p:nvGrpSpPr>
          <p:cNvPr id="106" name="object 4"/>
          <p:cNvGrpSpPr/>
          <p:nvPr/>
        </p:nvGrpSpPr>
        <p:grpSpPr>
          <a:xfrm>
            <a:off x="1020960" y="3590640"/>
            <a:ext cx="12587760" cy="1056240"/>
            <a:chOff x="1020960" y="3590640"/>
            <a:chExt cx="12587760" cy="1056240"/>
          </a:xfrm>
        </p:grpSpPr>
        <p:sp>
          <p:nvSpPr>
            <p:cNvPr id="107" name="object 5"/>
            <p:cNvSpPr/>
            <p:nvPr/>
          </p:nvSpPr>
          <p:spPr>
            <a:xfrm>
              <a:off x="1020960" y="3590640"/>
              <a:ext cx="12587760" cy="795240"/>
            </a:xfrm>
            <a:custGeom>
              <a:avLst/>
              <a:gdLst>
                <a:gd name="textAreaLeft" fmla="*/ 0 w 12587760"/>
                <a:gd name="textAreaRight" fmla="*/ 12588120 w 12587760"/>
                <a:gd name="textAreaTop" fmla="*/ 0 h 795240"/>
                <a:gd name="textAreaBottom" fmla="*/ 795600 h 795240"/>
              </a:gdLst>
              <a:ahLst/>
              <a:cxnLst/>
              <a:rect l="textAreaLeft" t="textAreaTop" r="textAreaRight" b="textAreaBottom"/>
              <a:pathLst>
                <a:path w="12588240" h="795654">
                  <a:moveTo>
                    <a:pt x="12588240" y="771906"/>
                  </a:moveTo>
                  <a:lnTo>
                    <a:pt x="12581382" y="765048"/>
                  </a:lnTo>
                  <a:lnTo>
                    <a:pt x="2428494" y="765048"/>
                  </a:lnTo>
                  <a:lnTo>
                    <a:pt x="2435352" y="758190"/>
                  </a:lnTo>
                  <a:lnTo>
                    <a:pt x="2435352" y="6858"/>
                  </a:lnTo>
                  <a:lnTo>
                    <a:pt x="2428494" y="0"/>
                  </a:lnTo>
                  <a:lnTo>
                    <a:pt x="2411730" y="0"/>
                  </a:lnTo>
                  <a:lnTo>
                    <a:pt x="2404872" y="6858"/>
                  </a:lnTo>
                  <a:lnTo>
                    <a:pt x="2404872" y="15240"/>
                  </a:lnTo>
                  <a:lnTo>
                    <a:pt x="2404872" y="758190"/>
                  </a:lnTo>
                  <a:lnTo>
                    <a:pt x="2411730" y="765048"/>
                  </a:lnTo>
                  <a:lnTo>
                    <a:pt x="6819" y="765048"/>
                  </a:lnTo>
                  <a:lnTo>
                    <a:pt x="0" y="771906"/>
                  </a:lnTo>
                  <a:lnTo>
                    <a:pt x="0" y="780288"/>
                  </a:lnTo>
                  <a:lnTo>
                    <a:pt x="0" y="788670"/>
                  </a:lnTo>
                  <a:lnTo>
                    <a:pt x="6819" y="795528"/>
                  </a:lnTo>
                  <a:lnTo>
                    <a:pt x="12581382" y="795528"/>
                  </a:lnTo>
                  <a:lnTo>
                    <a:pt x="12588240" y="788670"/>
                  </a:lnTo>
                  <a:lnTo>
                    <a:pt x="12588240" y="771906"/>
                  </a:lnTo>
                  <a:close/>
                </a:path>
              </a:pathLst>
            </a:custGeom>
            <a:solidFill>
              <a:srgbClr val="1849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" name="object 6"/>
            <p:cNvSpPr/>
            <p:nvPr/>
          </p:nvSpPr>
          <p:spPr>
            <a:xfrm>
              <a:off x="3156120" y="4070520"/>
              <a:ext cx="576360" cy="576360"/>
            </a:xfrm>
            <a:custGeom>
              <a:avLst/>
              <a:gdLst>
                <a:gd name="textAreaLeft" fmla="*/ 0 w 576360"/>
                <a:gd name="textAreaRight" fmla="*/ 576720 w 576360"/>
                <a:gd name="textAreaTop" fmla="*/ 0 h 576360"/>
                <a:gd name="textAreaBottom" fmla="*/ 576720 h 576360"/>
              </a:gdLst>
              <a:ahLst/>
              <a:cxnLst/>
              <a:rect l="textAreaLeft" t="textAreaTop" r="textAreaRight" b="textAreaBottom"/>
              <a:pathLst>
                <a:path w="576579" h="576579">
                  <a:moveTo>
                    <a:pt x="468503" y="0"/>
                  </a:moveTo>
                  <a:lnTo>
                    <a:pt x="107568" y="0"/>
                  </a:lnTo>
                  <a:lnTo>
                    <a:pt x="65686" y="8449"/>
                  </a:lnTo>
                  <a:lnTo>
                    <a:pt x="31495" y="31496"/>
                  </a:lnTo>
                  <a:lnTo>
                    <a:pt x="8449" y="65686"/>
                  </a:lnTo>
                  <a:lnTo>
                    <a:pt x="0" y="107569"/>
                  </a:lnTo>
                  <a:lnTo>
                    <a:pt x="0" y="468503"/>
                  </a:lnTo>
                  <a:lnTo>
                    <a:pt x="8449" y="510385"/>
                  </a:lnTo>
                  <a:lnTo>
                    <a:pt x="31496" y="544576"/>
                  </a:lnTo>
                  <a:lnTo>
                    <a:pt x="65686" y="567622"/>
                  </a:lnTo>
                  <a:lnTo>
                    <a:pt x="107568" y="576072"/>
                  </a:lnTo>
                  <a:lnTo>
                    <a:pt x="468503" y="576072"/>
                  </a:lnTo>
                  <a:lnTo>
                    <a:pt x="510385" y="567622"/>
                  </a:lnTo>
                  <a:lnTo>
                    <a:pt x="544575" y="544576"/>
                  </a:lnTo>
                  <a:lnTo>
                    <a:pt x="567622" y="510385"/>
                  </a:lnTo>
                  <a:lnTo>
                    <a:pt x="576071" y="468503"/>
                  </a:lnTo>
                  <a:lnTo>
                    <a:pt x="576071" y="107569"/>
                  </a:lnTo>
                  <a:lnTo>
                    <a:pt x="567622" y="65686"/>
                  </a:lnTo>
                  <a:lnTo>
                    <a:pt x="544575" y="31496"/>
                  </a:lnTo>
                  <a:lnTo>
                    <a:pt x="510385" y="8449"/>
                  </a:lnTo>
                  <a:lnTo>
                    <a:pt x="468503" y="0"/>
                  </a:lnTo>
                  <a:close/>
                </a:path>
              </a:pathLst>
            </a:custGeom>
            <a:solidFill>
              <a:srgbClr val="0030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" name="object 7"/>
            <p:cNvSpPr/>
            <p:nvPr/>
          </p:nvSpPr>
          <p:spPr>
            <a:xfrm>
              <a:off x="3156120" y="4070520"/>
              <a:ext cx="576360" cy="576360"/>
            </a:xfrm>
            <a:custGeom>
              <a:avLst/>
              <a:gdLst>
                <a:gd name="textAreaLeft" fmla="*/ 0 w 576360"/>
                <a:gd name="textAreaRight" fmla="*/ 576720 w 576360"/>
                <a:gd name="textAreaTop" fmla="*/ 0 h 576360"/>
                <a:gd name="textAreaBottom" fmla="*/ 576720 h 576360"/>
              </a:gdLst>
              <a:ahLst/>
              <a:cxnLst/>
              <a:rect l="textAreaLeft" t="textAreaTop" r="textAreaRight" b="textAreaBottom"/>
              <a:pathLst>
                <a:path w="576579" h="576579">
                  <a:moveTo>
                    <a:pt x="0" y="107569"/>
                  </a:moveTo>
                  <a:lnTo>
                    <a:pt x="8449" y="65686"/>
                  </a:lnTo>
                  <a:lnTo>
                    <a:pt x="31495" y="31496"/>
                  </a:lnTo>
                  <a:lnTo>
                    <a:pt x="65686" y="8449"/>
                  </a:lnTo>
                  <a:lnTo>
                    <a:pt x="107568" y="0"/>
                  </a:lnTo>
                  <a:lnTo>
                    <a:pt x="468503" y="0"/>
                  </a:lnTo>
                  <a:lnTo>
                    <a:pt x="510385" y="8449"/>
                  </a:lnTo>
                  <a:lnTo>
                    <a:pt x="544575" y="31496"/>
                  </a:lnTo>
                  <a:lnTo>
                    <a:pt x="567622" y="65686"/>
                  </a:lnTo>
                  <a:lnTo>
                    <a:pt x="576071" y="107569"/>
                  </a:lnTo>
                  <a:lnTo>
                    <a:pt x="576071" y="468503"/>
                  </a:lnTo>
                  <a:lnTo>
                    <a:pt x="567622" y="510385"/>
                  </a:lnTo>
                  <a:lnTo>
                    <a:pt x="544575" y="544576"/>
                  </a:lnTo>
                  <a:lnTo>
                    <a:pt x="510385" y="567622"/>
                  </a:lnTo>
                  <a:lnTo>
                    <a:pt x="468503" y="576072"/>
                  </a:lnTo>
                  <a:lnTo>
                    <a:pt x="107568" y="576072"/>
                  </a:lnTo>
                  <a:lnTo>
                    <a:pt x="65686" y="567622"/>
                  </a:lnTo>
                  <a:lnTo>
                    <a:pt x="31496" y="544576"/>
                  </a:lnTo>
                  <a:lnTo>
                    <a:pt x="8449" y="510385"/>
                  </a:lnTo>
                  <a:lnTo>
                    <a:pt x="0" y="468503"/>
                  </a:lnTo>
                  <a:lnTo>
                    <a:pt x="0" y="107569"/>
                  </a:lnTo>
                  <a:close/>
                </a:path>
              </a:pathLst>
            </a:custGeom>
            <a:noFill/>
            <a:ln w="15240">
              <a:solidFill>
                <a:srgbClr val="1849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0" name="object 8"/>
          <p:cNvSpPr/>
          <p:nvPr/>
        </p:nvSpPr>
        <p:spPr>
          <a:xfrm>
            <a:off x="3346920" y="4012560"/>
            <a:ext cx="192600" cy="48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3000" b="0" u="none" spc="-400" strike="noStrike">
                <a:solidFill>
                  <a:srgbClr val="E1E6E9"/>
                </a:solidFill>
                <a:effectLst/>
                <a:uFillTx/>
                <a:latin typeface="Cambria"/>
              </a:rPr>
              <a:t>1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object 9"/>
          <p:cNvSpPr/>
          <p:nvPr/>
        </p:nvSpPr>
        <p:spPr>
          <a:xfrm>
            <a:off x="1369800" y="1935360"/>
            <a:ext cx="4151160" cy="13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algn="ctr">
              <a:lnSpc>
                <a:spcPct val="100000"/>
              </a:lnSpc>
              <a:spcBef>
                <a:spcPts val="96"/>
              </a:spcBef>
            </a:pPr>
            <a:r>
              <a:rPr lang="en-IN" sz="2500" b="0" u="none" spc="204" strike="noStrike">
                <a:solidFill>
                  <a:srgbClr val="E1E6E9"/>
                </a:solidFill>
                <a:effectLst/>
                <a:uFillTx/>
                <a:latin typeface="Cambria"/>
              </a:rPr>
              <a:t>Planning</a:t>
            </a:r>
            <a:r>
              <a:rPr lang="en-IN" sz="2500" b="0" u="none" spc="54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2500" b="0" u="none" spc="156" strike="noStrike">
                <a:solidFill>
                  <a:srgbClr val="E1E6E9"/>
                </a:solidFill>
                <a:effectLst/>
                <a:uFillTx/>
                <a:latin typeface="Cambria"/>
              </a:rPr>
              <a:t>&amp;</a:t>
            </a:r>
            <a:r>
              <a:rPr lang="en-IN" sz="2500" b="0" u="none" spc="51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2500" b="0" u="none" spc="190" strike="noStrike">
                <a:solidFill>
                  <a:srgbClr val="E1E6E9"/>
                </a:solidFill>
                <a:effectLst/>
                <a:uFillTx/>
                <a:latin typeface="Cambria"/>
              </a:rPr>
              <a:t>Design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240" algn="ctr">
              <a:lnSpc>
                <a:spcPct val="133000"/>
              </a:lnSpc>
              <a:spcBef>
                <a:spcPts val="1131"/>
              </a:spcBef>
            </a:pPr>
            <a:r>
              <a:rPr lang="en-IN" sz="2000" b="0" u="none" spc="150" strike="noStrike">
                <a:solidFill>
                  <a:srgbClr val="E1E6E9"/>
                </a:solidFill>
                <a:effectLst/>
                <a:uFillTx/>
                <a:latin typeface="Cambria"/>
              </a:rPr>
              <a:t>Requirements,</a:t>
            </a:r>
            <a:r>
              <a:rPr lang="en-IN" sz="2000" b="0" u="none" spc="130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2000" b="0" u="none" spc="136" strike="noStrike">
                <a:solidFill>
                  <a:srgbClr val="E1E6E9"/>
                </a:solidFill>
                <a:effectLst/>
                <a:uFillTx/>
                <a:latin typeface="Cambria"/>
              </a:rPr>
              <a:t>architecture,</a:t>
            </a:r>
            <a:r>
              <a:rPr lang="en-IN" sz="2000" b="0" u="none" spc="54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2000" b="0" u="none" spc="130" strike="noStrike">
                <a:solidFill>
                  <a:srgbClr val="E1E6E9"/>
                </a:solidFill>
                <a:effectLst/>
                <a:uFillTx/>
                <a:latin typeface="Cambria"/>
              </a:rPr>
              <a:t>tech </a:t>
            </a:r>
            <a:r>
              <a:rPr lang="en-IN" sz="2000" b="0" u="none" spc="119" strike="noStrike">
                <a:solidFill>
                  <a:srgbClr val="E1E6E9"/>
                </a:solidFill>
                <a:effectLst/>
                <a:uFillTx/>
                <a:latin typeface="Cambria"/>
              </a:rPr>
              <a:t>selection.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2" name="object 10"/>
          <p:cNvGrpSpPr/>
          <p:nvPr/>
        </p:nvGrpSpPr>
        <p:grpSpPr>
          <a:xfrm>
            <a:off x="5738040" y="4070520"/>
            <a:ext cx="576360" cy="1053000"/>
            <a:chOff x="5738040" y="4070520"/>
            <a:chExt cx="576360" cy="1053000"/>
          </a:xfrm>
        </p:grpSpPr>
        <p:sp>
          <p:nvSpPr>
            <p:cNvPr id="113" name="object 11"/>
            <p:cNvSpPr/>
            <p:nvPr/>
          </p:nvSpPr>
          <p:spPr>
            <a:xfrm>
              <a:off x="6007680" y="4355640"/>
              <a:ext cx="30240" cy="767880"/>
            </a:xfrm>
            <a:custGeom>
              <a:avLst/>
              <a:gdLst>
                <a:gd name="textAreaLeft" fmla="*/ 0 w 30240"/>
                <a:gd name="textAreaRight" fmla="*/ 30600 w 30240"/>
                <a:gd name="textAreaTop" fmla="*/ 0 h 767880"/>
                <a:gd name="textAreaBottom" fmla="*/ 768240 h 767880"/>
              </a:gdLst>
              <a:ahLst/>
              <a:cxnLst/>
              <a:rect l="textAreaLeft" t="textAreaTop" r="textAreaRight" b="textAreaBottom"/>
              <a:pathLst>
                <a:path w="30479" h="768350">
                  <a:moveTo>
                    <a:pt x="23621" y="0"/>
                  </a:moveTo>
                  <a:lnTo>
                    <a:pt x="6857" y="0"/>
                  </a:lnTo>
                  <a:lnTo>
                    <a:pt x="0" y="6858"/>
                  </a:lnTo>
                  <a:lnTo>
                    <a:pt x="0" y="15240"/>
                  </a:lnTo>
                  <a:lnTo>
                    <a:pt x="0" y="761238"/>
                  </a:lnTo>
                  <a:lnTo>
                    <a:pt x="6857" y="768096"/>
                  </a:lnTo>
                  <a:lnTo>
                    <a:pt x="23621" y="768096"/>
                  </a:lnTo>
                  <a:lnTo>
                    <a:pt x="30479" y="761238"/>
                  </a:lnTo>
                  <a:lnTo>
                    <a:pt x="30479" y="6858"/>
                  </a:lnTo>
                  <a:lnTo>
                    <a:pt x="23621" y="0"/>
                  </a:lnTo>
                  <a:close/>
                </a:path>
              </a:pathLst>
            </a:custGeom>
            <a:solidFill>
              <a:srgbClr val="1849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" name="object 12"/>
            <p:cNvSpPr/>
            <p:nvPr/>
          </p:nvSpPr>
          <p:spPr>
            <a:xfrm>
              <a:off x="5738040" y="4070520"/>
              <a:ext cx="576360" cy="576360"/>
            </a:xfrm>
            <a:custGeom>
              <a:avLst/>
              <a:gdLst>
                <a:gd name="textAreaLeft" fmla="*/ 0 w 576360"/>
                <a:gd name="textAreaRight" fmla="*/ 576720 w 576360"/>
                <a:gd name="textAreaTop" fmla="*/ 0 h 576360"/>
                <a:gd name="textAreaBottom" fmla="*/ 576720 h 576360"/>
              </a:gdLst>
              <a:ahLst/>
              <a:cxnLst/>
              <a:rect l="textAreaLeft" t="textAreaTop" r="textAreaRight" b="textAreaBottom"/>
              <a:pathLst>
                <a:path w="576579" h="576579">
                  <a:moveTo>
                    <a:pt x="468502" y="0"/>
                  </a:moveTo>
                  <a:lnTo>
                    <a:pt x="107568" y="0"/>
                  </a:lnTo>
                  <a:lnTo>
                    <a:pt x="65686" y="8449"/>
                  </a:lnTo>
                  <a:lnTo>
                    <a:pt x="31495" y="31496"/>
                  </a:lnTo>
                  <a:lnTo>
                    <a:pt x="8449" y="65686"/>
                  </a:lnTo>
                  <a:lnTo>
                    <a:pt x="0" y="107569"/>
                  </a:lnTo>
                  <a:lnTo>
                    <a:pt x="0" y="468503"/>
                  </a:lnTo>
                  <a:lnTo>
                    <a:pt x="8449" y="510385"/>
                  </a:lnTo>
                  <a:lnTo>
                    <a:pt x="31495" y="544576"/>
                  </a:lnTo>
                  <a:lnTo>
                    <a:pt x="65686" y="567622"/>
                  </a:lnTo>
                  <a:lnTo>
                    <a:pt x="107568" y="576072"/>
                  </a:lnTo>
                  <a:lnTo>
                    <a:pt x="468502" y="576072"/>
                  </a:lnTo>
                  <a:lnTo>
                    <a:pt x="510385" y="567622"/>
                  </a:lnTo>
                  <a:lnTo>
                    <a:pt x="544576" y="544576"/>
                  </a:lnTo>
                  <a:lnTo>
                    <a:pt x="567622" y="510385"/>
                  </a:lnTo>
                  <a:lnTo>
                    <a:pt x="576072" y="468503"/>
                  </a:lnTo>
                  <a:lnTo>
                    <a:pt x="576072" y="107569"/>
                  </a:lnTo>
                  <a:lnTo>
                    <a:pt x="567622" y="65686"/>
                  </a:lnTo>
                  <a:lnTo>
                    <a:pt x="544576" y="31496"/>
                  </a:lnTo>
                  <a:lnTo>
                    <a:pt x="510385" y="8449"/>
                  </a:lnTo>
                  <a:lnTo>
                    <a:pt x="468502" y="0"/>
                  </a:lnTo>
                  <a:close/>
                </a:path>
              </a:pathLst>
            </a:custGeom>
            <a:solidFill>
              <a:srgbClr val="0030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" name="object 13"/>
            <p:cNvSpPr/>
            <p:nvPr/>
          </p:nvSpPr>
          <p:spPr>
            <a:xfrm>
              <a:off x="5738040" y="4070520"/>
              <a:ext cx="576360" cy="576360"/>
            </a:xfrm>
            <a:custGeom>
              <a:avLst/>
              <a:gdLst>
                <a:gd name="textAreaLeft" fmla="*/ 0 w 576360"/>
                <a:gd name="textAreaRight" fmla="*/ 576720 w 576360"/>
                <a:gd name="textAreaTop" fmla="*/ 0 h 576360"/>
                <a:gd name="textAreaBottom" fmla="*/ 576720 h 576360"/>
              </a:gdLst>
              <a:ahLst/>
              <a:cxnLst/>
              <a:rect l="textAreaLeft" t="textAreaTop" r="textAreaRight" b="textAreaBottom"/>
              <a:pathLst>
                <a:path w="576579" h="576579">
                  <a:moveTo>
                    <a:pt x="0" y="107569"/>
                  </a:moveTo>
                  <a:lnTo>
                    <a:pt x="8449" y="65686"/>
                  </a:lnTo>
                  <a:lnTo>
                    <a:pt x="31495" y="31496"/>
                  </a:lnTo>
                  <a:lnTo>
                    <a:pt x="65686" y="8449"/>
                  </a:lnTo>
                  <a:lnTo>
                    <a:pt x="107568" y="0"/>
                  </a:lnTo>
                  <a:lnTo>
                    <a:pt x="468502" y="0"/>
                  </a:lnTo>
                  <a:lnTo>
                    <a:pt x="510385" y="8449"/>
                  </a:lnTo>
                  <a:lnTo>
                    <a:pt x="544576" y="31496"/>
                  </a:lnTo>
                  <a:lnTo>
                    <a:pt x="567622" y="65686"/>
                  </a:lnTo>
                  <a:lnTo>
                    <a:pt x="576072" y="107569"/>
                  </a:lnTo>
                  <a:lnTo>
                    <a:pt x="576072" y="468503"/>
                  </a:lnTo>
                  <a:lnTo>
                    <a:pt x="567622" y="510385"/>
                  </a:lnTo>
                  <a:lnTo>
                    <a:pt x="544576" y="544576"/>
                  </a:lnTo>
                  <a:lnTo>
                    <a:pt x="510385" y="567622"/>
                  </a:lnTo>
                  <a:lnTo>
                    <a:pt x="468502" y="576072"/>
                  </a:lnTo>
                  <a:lnTo>
                    <a:pt x="107568" y="576072"/>
                  </a:lnTo>
                  <a:lnTo>
                    <a:pt x="65686" y="567622"/>
                  </a:lnTo>
                  <a:lnTo>
                    <a:pt x="31495" y="544576"/>
                  </a:lnTo>
                  <a:lnTo>
                    <a:pt x="8449" y="510385"/>
                  </a:lnTo>
                  <a:lnTo>
                    <a:pt x="0" y="468503"/>
                  </a:lnTo>
                  <a:lnTo>
                    <a:pt x="0" y="107569"/>
                  </a:lnTo>
                  <a:close/>
                </a:path>
              </a:pathLst>
            </a:custGeom>
            <a:noFill/>
            <a:ln w="15240">
              <a:solidFill>
                <a:srgbClr val="1849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6" name="object 14"/>
          <p:cNvSpPr/>
          <p:nvPr/>
        </p:nvSpPr>
        <p:spPr>
          <a:xfrm>
            <a:off x="5898600" y="4012560"/>
            <a:ext cx="253080" cy="48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3000" b="0" u="none" spc="65" strike="noStrike">
                <a:solidFill>
                  <a:srgbClr val="E1E6E9"/>
                </a:solidFill>
                <a:effectLst/>
                <a:uFillTx/>
                <a:latin typeface="Cambria"/>
              </a:rPr>
              <a:t>2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object 15"/>
          <p:cNvSpPr/>
          <p:nvPr/>
        </p:nvSpPr>
        <p:spPr>
          <a:xfrm>
            <a:off x="4205160" y="5345280"/>
            <a:ext cx="3637440" cy="95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algn="ctr">
              <a:lnSpc>
                <a:spcPct val="100000"/>
              </a:lnSpc>
              <a:spcBef>
                <a:spcPts val="96"/>
              </a:spcBef>
            </a:pPr>
            <a:r>
              <a:rPr lang="en-IN" sz="2500" b="0" u="none" spc="184" strike="noStrike">
                <a:solidFill>
                  <a:srgbClr val="E1E6E9"/>
                </a:solidFill>
                <a:effectLst/>
                <a:uFillTx/>
                <a:latin typeface="Cambria"/>
              </a:rPr>
              <a:t>Development</a:t>
            </a:r>
            <a:r>
              <a:rPr lang="en-IN" sz="2500" b="0" u="none" spc="125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2500" b="0" u="none" spc="164" strike="noStrike">
                <a:solidFill>
                  <a:srgbClr val="E1E6E9"/>
                </a:solidFill>
                <a:effectLst/>
                <a:uFillTx/>
                <a:latin typeface="Cambria"/>
              </a:rPr>
              <a:t>Phase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919"/>
              </a:spcBef>
            </a:pPr>
            <a:r>
              <a:rPr lang="en-IN" sz="2000" b="0" u="none" spc="210" strike="noStrike">
                <a:solidFill>
                  <a:srgbClr val="E1E6E9"/>
                </a:solidFill>
                <a:effectLst/>
                <a:uFillTx/>
                <a:latin typeface="Cambria"/>
              </a:rPr>
              <a:t>Front-</a:t>
            </a:r>
            <a:r>
              <a:rPr lang="en-IN" sz="2000" b="0" u="none" spc="170" strike="noStrike">
                <a:solidFill>
                  <a:srgbClr val="E1E6E9"/>
                </a:solidFill>
                <a:effectLst/>
                <a:uFillTx/>
                <a:latin typeface="Cambria"/>
              </a:rPr>
              <a:t>end,</a:t>
            </a:r>
            <a:r>
              <a:rPr lang="en-IN" sz="2000" b="0" u="none" spc="74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2000" b="0" u="none" spc="221" strike="noStrike">
                <a:solidFill>
                  <a:srgbClr val="E1E6E9"/>
                </a:solidFill>
                <a:effectLst/>
                <a:uFillTx/>
                <a:latin typeface="Cambria"/>
              </a:rPr>
              <a:t>back-</a:t>
            </a:r>
            <a:r>
              <a:rPr lang="en-IN" sz="2000" b="0" u="none" spc="170" strike="noStrike">
                <a:solidFill>
                  <a:srgbClr val="E1E6E9"/>
                </a:solidFill>
                <a:effectLst/>
                <a:uFillTx/>
                <a:latin typeface="Cambria"/>
              </a:rPr>
              <a:t>end,</a:t>
            </a:r>
            <a:r>
              <a:rPr lang="en-IN" sz="2000" b="0" u="none" spc="54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2000" b="0" u="none" spc="96" strike="noStrike">
                <a:solidFill>
                  <a:srgbClr val="E1E6E9"/>
                </a:solidFill>
                <a:effectLst/>
                <a:uFillTx/>
                <a:latin typeface="Cambria"/>
              </a:rPr>
              <a:t>CI/CD.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8" name="object 16"/>
          <p:cNvGrpSpPr/>
          <p:nvPr/>
        </p:nvGrpSpPr>
        <p:grpSpPr>
          <a:xfrm>
            <a:off x="8319600" y="3590640"/>
            <a:ext cx="576360" cy="1056240"/>
            <a:chOff x="8319600" y="3590640"/>
            <a:chExt cx="576360" cy="1056240"/>
          </a:xfrm>
        </p:grpSpPr>
        <p:sp>
          <p:nvSpPr>
            <p:cNvPr id="119" name="object 17"/>
            <p:cNvSpPr/>
            <p:nvPr/>
          </p:nvSpPr>
          <p:spPr>
            <a:xfrm>
              <a:off x="8589240" y="3590640"/>
              <a:ext cx="30240" cy="764640"/>
            </a:xfrm>
            <a:custGeom>
              <a:avLst/>
              <a:gdLst>
                <a:gd name="textAreaLeft" fmla="*/ 0 w 30240"/>
                <a:gd name="textAreaRight" fmla="*/ 30600 w 30240"/>
                <a:gd name="textAreaTop" fmla="*/ 0 h 764640"/>
                <a:gd name="textAreaBottom" fmla="*/ 765000 h 764640"/>
              </a:gdLst>
              <a:ahLst/>
              <a:cxnLst/>
              <a:rect l="textAreaLeft" t="textAreaTop" r="textAreaRight" b="textAreaBottom"/>
              <a:pathLst>
                <a:path w="30479" h="765175">
                  <a:moveTo>
                    <a:pt x="23621" y="0"/>
                  </a:moveTo>
                  <a:lnTo>
                    <a:pt x="6857" y="0"/>
                  </a:lnTo>
                  <a:lnTo>
                    <a:pt x="0" y="6857"/>
                  </a:lnTo>
                  <a:lnTo>
                    <a:pt x="0" y="15239"/>
                  </a:lnTo>
                  <a:lnTo>
                    <a:pt x="0" y="758189"/>
                  </a:lnTo>
                  <a:lnTo>
                    <a:pt x="6857" y="765047"/>
                  </a:lnTo>
                  <a:lnTo>
                    <a:pt x="23621" y="765047"/>
                  </a:lnTo>
                  <a:lnTo>
                    <a:pt x="30479" y="758189"/>
                  </a:lnTo>
                  <a:lnTo>
                    <a:pt x="30479" y="6857"/>
                  </a:lnTo>
                  <a:lnTo>
                    <a:pt x="23621" y="0"/>
                  </a:lnTo>
                  <a:close/>
                </a:path>
              </a:pathLst>
            </a:custGeom>
            <a:solidFill>
              <a:srgbClr val="1849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" name="object 18"/>
            <p:cNvSpPr/>
            <p:nvPr/>
          </p:nvSpPr>
          <p:spPr>
            <a:xfrm>
              <a:off x="8319600" y="4070520"/>
              <a:ext cx="576360" cy="576360"/>
            </a:xfrm>
            <a:custGeom>
              <a:avLst/>
              <a:gdLst>
                <a:gd name="textAreaLeft" fmla="*/ 0 w 576360"/>
                <a:gd name="textAreaRight" fmla="*/ 576720 w 576360"/>
                <a:gd name="textAreaTop" fmla="*/ 0 h 576360"/>
                <a:gd name="textAreaBottom" fmla="*/ 576720 h 576360"/>
              </a:gdLst>
              <a:ahLst/>
              <a:cxnLst/>
              <a:rect l="textAreaLeft" t="textAreaTop" r="textAreaRight" b="textAreaBottom"/>
              <a:pathLst>
                <a:path w="576579" h="576579">
                  <a:moveTo>
                    <a:pt x="468502" y="0"/>
                  </a:moveTo>
                  <a:lnTo>
                    <a:pt x="107568" y="0"/>
                  </a:lnTo>
                  <a:lnTo>
                    <a:pt x="65686" y="8449"/>
                  </a:lnTo>
                  <a:lnTo>
                    <a:pt x="31496" y="31496"/>
                  </a:lnTo>
                  <a:lnTo>
                    <a:pt x="8449" y="65686"/>
                  </a:lnTo>
                  <a:lnTo>
                    <a:pt x="0" y="107569"/>
                  </a:lnTo>
                  <a:lnTo>
                    <a:pt x="0" y="468503"/>
                  </a:lnTo>
                  <a:lnTo>
                    <a:pt x="8449" y="510385"/>
                  </a:lnTo>
                  <a:lnTo>
                    <a:pt x="31496" y="544576"/>
                  </a:lnTo>
                  <a:lnTo>
                    <a:pt x="65686" y="567622"/>
                  </a:lnTo>
                  <a:lnTo>
                    <a:pt x="107568" y="576072"/>
                  </a:lnTo>
                  <a:lnTo>
                    <a:pt x="468502" y="576072"/>
                  </a:lnTo>
                  <a:lnTo>
                    <a:pt x="510385" y="567622"/>
                  </a:lnTo>
                  <a:lnTo>
                    <a:pt x="544576" y="544576"/>
                  </a:lnTo>
                  <a:lnTo>
                    <a:pt x="567622" y="510385"/>
                  </a:lnTo>
                  <a:lnTo>
                    <a:pt x="576072" y="468503"/>
                  </a:lnTo>
                  <a:lnTo>
                    <a:pt x="576072" y="107569"/>
                  </a:lnTo>
                  <a:lnTo>
                    <a:pt x="567622" y="65686"/>
                  </a:lnTo>
                  <a:lnTo>
                    <a:pt x="544576" y="31496"/>
                  </a:lnTo>
                  <a:lnTo>
                    <a:pt x="510385" y="8449"/>
                  </a:lnTo>
                  <a:lnTo>
                    <a:pt x="468502" y="0"/>
                  </a:lnTo>
                  <a:close/>
                </a:path>
              </a:pathLst>
            </a:custGeom>
            <a:solidFill>
              <a:srgbClr val="0030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" name="object 19"/>
            <p:cNvSpPr/>
            <p:nvPr/>
          </p:nvSpPr>
          <p:spPr>
            <a:xfrm>
              <a:off x="8319600" y="4070520"/>
              <a:ext cx="576360" cy="576360"/>
            </a:xfrm>
            <a:custGeom>
              <a:avLst/>
              <a:gdLst>
                <a:gd name="textAreaLeft" fmla="*/ 0 w 576360"/>
                <a:gd name="textAreaRight" fmla="*/ 576720 w 576360"/>
                <a:gd name="textAreaTop" fmla="*/ 0 h 576360"/>
                <a:gd name="textAreaBottom" fmla="*/ 576720 h 576360"/>
              </a:gdLst>
              <a:ahLst/>
              <a:cxnLst/>
              <a:rect l="textAreaLeft" t="textAreaTop" r="textAreaRight" b="textAreaBottom"/>
              <a:pathLst>
                <a:path w="576579" h="576579">
                  <a:moveTo>
                    <a:pt x="0" y="107569"/>
                  </a:moveTo>
                  <a:lnTo>
                    <a:pt x="8449" y="65686"/>
                  </a:lnTo>
                  <a:lnTo>
                    <a:pt x="31496" y="31496"/>
                  </a:lnTo>
                  <a:lnTo>
                    <a:pt x="65686" y="8449"/>
                  </a:lnTo>
                  <a:lnTo>
                    <a:pt x="107568" y="0"/>
                  </a:lnTo>
                  <a:lnTo>
                    <a:pt x="468502" y="0"/>
                  </a:lnTo>
                  <a:lnTo>
                    <a:pt x="510385" y="8449"/>
                  </a:lnTo>
                  <a:lnTo>
                    <a:pt x="544576" y="31496"/>
                  </a:lnTo>
                  <a:lnTo>
                    <a:pt x="567622" y="65686"/>
                  </a:lnTo>
                  <a:lnTo>
                    <a:pt x="576072" y="107569"/>
                  </a:lnTo>
                  <a:lnTo>
                    <a:pt x="576072" y="468503"/>
                  </a:lnTo>
                  <a:lnTo>
                    <a:pt x="567622" y="510385"/>
                  </a:lnTo>
                  <a:lnTo>
                    <a:pt x="544576" y="544576"/>
                  </a:lnTo>
                  <a:lnTo>
                    <a:pt x="510385" y="567622"/>
                  </a:lnTo>
                  <a:lnTo>
                    <a:pt x="468502" y="576072"/>
                  </a:lnTo>
                  <a:lnTo>
                    <a:pt x="107568" y="576072"/>
                  </a:lnTo>
                  <a:lnTo>
                    <a:pt x="65686" y="567622"/>
                  </a:lnTo>
                  <a:lnTo>
                    <a:pt x="31496" y="544576"/>
                  </a:lnTo>
                  <a:lnTo>
                    <a:pt x="8449" y="510385"/>
                  </a:lnTo>
                  <a:lnTo>
                    <a:pt x="0" y="468503"/>
                  </a:lnTo>
                  <a:lnTo>
                    <a:pt x="0" y="107569"/>
                  </a:lnTo>
                  <a:close/>
                </a:path>
              </a:pathLst>
            </a:custGeom>
            <a:noFill/>
            <a:ln w="15240">
              <a:solidFill>
                <a:srgbClr val="1849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2" name="object 20"/>
          <p:cNvSpPr/>
          <p:nvPr/>
        </p:nvSpPr>
        <p:spPr>
          <a:xfrm>
            <a:off x="8487000" y="4012560"/>
            <a:ext cx="238320" cy="48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3000" b="0" u="none" spc="-51" strike="noStrike">
                <a:solidFill>
                  <a:srgbClr val="E1E6E9"/>
                </a:solidFill>
                <a:effectLst/>
                <a:uFillTx/>
                <a:latin typeface="Cambria"/>
              </a:rPr>
              <a:t>3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object 21"/>
          <p:cNvSpPr/>
          <p:nvPr/>
        </p:nvSpPr>
        <p:spPr>
          <a:xfrm>
            <a:off x="6555600" y="1935360"/>
            <a:ext cx="4097160" cy="95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9000" algn="ctr">
              <a:lnSpc>
                <a:spcPct val="100000"/>
              </a:lnSpc>
              <a:spcBef>
                <a:spcPts val="96"/>
              </a:spcBef>
            </a:pPr>
            <a:r>
              <a:rPr lang="en-IN" sz="2500" b="0" u="none" spc="196" strike="noStrike">
                <a:solidFill>
                  <a:srgbClr val="E1E6E9"/>
                </a:solidFill>
                <a:effectLst/>
                <a:uFillTx/>
                <a:latin typeface="Cambria"/>
              </a:rPr>
              <a:t>Testing</a:t>
            </a:r>
            <a:r>
              <a:rPr lang="en-IN" sz="2500" b="0" u="none" spc="20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2500" b="0" u="none" spc="156" strike="noStrike">
                <a:solidFill>
                  <a:srgbClr val="E1E6E9"/>
                </a:solidFill>
                <a:effectLst/>
                <a:uFillTx/>
                <a:latin typeface="Cambria"/>
              </a:rPr>
              <a:t>&amp;</a:t>
            </a:r>
            <a:r>
              <a:rPr lang="en-IN" sz="2500" b="0" u="none" spc="31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2500" b="0" u="none" spc="184" strike="noStrike">
                <a:solidFill>
                  <a:srgbClr val="E1E6E9"/>
                </a:solidFill>
                <a:effectLst/>
                <a:uFillTx/>
                <a:latin typeface="Cambria"/>
              </a:rPr>
              <a:t>Refinement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919"/>
              </a:spcBef>
            </a:pPr>
            <a:r>
              <a:rPr lang="en-IN" sz="2000" b="0" u="none" spc="164" strike="noStrike">
                <a:solidFill>
                  <a:srgbClr val="E1E6E9"/>
                </a:solidFill>
                <a:effectLst/>
                <a:uFillTx/>
                <a:latin typeface="Cambria"/>
              </a:rPr>
              <a:t>Testing,</a:t>
            </a:r>
            <a:r>
              <a:rPr lang="en-IN" sz="2000" b="0" u="none" spc="71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2000" b="0" u="none" spc="150" strike="noStrike">
                <a:solidFill>
                  <a:srgbClr val="E1E6E9"/>
                </a:solidFill>
                <a:effectLst/>
                <a:uFillTx/>
                <a:latin typeface="Cambria"/>
              </a:rPr>
              <a:t>bug</a:t>
            </a:r>
            <a:r>
              <a:rPr lang="en-IN" sz="2000" b="0" u="none" spc="85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2000" b="0" u="none" spc="164" strike="noStrike">
                <a:solidFill>
                  <a:srgbClr val="E1E6E9"/>
                </a:solidFill>
                <a:effectLst/>
                <a:uFillTx/>
                <a:latin typeface="Cambria"/>
              </a:rPr>
              <a:t>fixes,</a:t>
            </a:r>
            <a:r>
              <a:rPr lang="en-IN" sz="2000" b="0" u="none" spc="74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2000" b="0" u="none" spc="139" strike="noStrike">
                <a:solidFill>
                  <a:srgbClr val="E1E6E9"/>
                </a:solidFill>
                <a:effectLst/>
                <a:uFillTx/>
                <a:latin typeface="Cambria"/>
              </a:rPr>
              <a:t>optimization.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4" name="object 22"/>
          <p:cNvGrpSpPr/>
          <p:nvPr/>
        </p:nvGrpSpPr>
        <p:grpSpPr>
          <a:xfrm>
            <a:off x="10901160" y="4070520"/>
            <a:ext cx="576360" cy="1053000"/>
            <a:chOff x="10901160" y="4070520"/>
            <a:chExt cx="576360" cy="1053000"/>
          </a:xfrm>
        </p:grpSpPr>
        <p:sp>
          <p:nvSpPr>
            <p:cNvPr id="125" name="object 23"/>
            <p:cNvSpPr/>
            <p:nvPr/>
          </p:nvSpPr>
          <p:spPr>
            <a:xfrm>
              <a:off x="11170800" y="4355640"/>
              <a:ext cx="30240" cy="767880"/>
            </a:xfrm>
            <a:custGeom>
              <a:avLst/>
              <a:gdLst>
                <a:gd name="textAreaLeft" fmla="*/ 0 w 30240"/>
                <a:gd name="textAreaRight" fmla="*/ 30600 w 30240"/>
                <a:gd name="textAreaTop" fmla="*/ 0 h 767880"/>
                <a:gd name="textAreaBottom" fmla="*/ 768240 h 767880"/>
              </a:gdLst>
              <a:ahLst/>
              <a:cxnLst/>
              <a:rect l="textAreaLeft" t="textAreaTop" r="textAreaRight" b="textAreaBottom"/>
              <a:pathLst>
                <a:path w="30479" h="768350">
                  <a:moveTo>
                    <a:pt x="23622" y="0"/>
                  </a:moveTo>
                  <a:lnTo>
                    <a:pt x="6857" y="0"/>
                  </a:lnTo>
                  <a:lnTo>
                    <a:pt x="0" y="6858"/>
                  </a:lnTo>
                  <a:lnTo>
                    <a:pt x="0" y="15240"/>
                  </a:lnTo>
                  <a:lnTo>
                    <a:pt x="0" y="761238"/>
                  </a:lnTo>
                  <a:lnTo>
                    <a:pt x="6857" y="768096"/>
                  </a:lnTo>
                  <a:lnTo>
                    <a:pt x="23622" y="768096"/>
                  </a:lnTo>
                  <a:lnTo>
                    <a:pt x="30479" y="761238"/>
                  </a:lnTo>
                  <a:lnTo>
                    <a:pt x="30479" y="6858"/>
                  </a:lnTo>
                  <a:lnTo>
                    <a:pt x="23622" y="0"/>
                  </a:lnTo>
                  <a:close/>
                </a:path>
              </a:pathLst>
            </a:custGeom>
            <a:solidFill>
              <a:srgbClr val="1849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" name="object 24"/>
            <p:cNvSpPr/>
            <p:nvPr/>
          </p:nvSpPr>
          <p:spPr>
            <a:xfrm>
              <a:off x="10901160" y="4070520"/>
              <a:ext cx="576360" cy="576360"/>
            </a:xfrm>
            <a:custGeom>
              <a:avLst/>
              <a:gdLst>
                <a:gd name="textAreaLeft" fmla="*/ 0 w 576360"/>
                <a:gd name="textAreaRight" fmla="*/ 576720 w 576360"/>
                <a:gd name="textAreaTop" fmla="*/ 0 h 576360"/>
                <a:gd name="textAreaBottom" fmla="*/ 576720 h 576360"/>
              </a:gdLst>
              <a:ahLst/>
              <a:cxnLst/>
              <a:rect l="textAreaLeft" t="textAreaTop" r="textAreaRight" b="textAreaBottom"/>
              <a:pathLst>
                <a:path w="576579" h="576579">
                  <a:moveTo>
                    <a:pt x="468502" y="0"/>
                  </a:moveTo>
                  <a:lnTo>
                    <a:pt x="107569" y="0"/>
                  </a:lnTo>
                  <a:lnTo>
                    <a:pt x="65686" y="8449"/>
                  </a:lnTo>
                  <a:lnTo>
                    <a:pt x="31496" y="31496"/>
                  </a:lnTo>
                  <a:lnTo>
                    <a:pt x="8449" y="65686"/>
                  </a:lnTo>
                  <a:lnTo>
                    <a:pt x="0" y="107569"/>
                  </a:lnTo>
                  <a:lnTo>
                    <a:pt x="0" y="468503"/>
                  </a:lnTo>
                  <a:lnTo>
                    <a:pt x="8449" y="510385"/>
                  </a:lnTo>
                  <a:lnTo>
                    <a:pt x="31495" y="544576"/>
                  </a:lnTo>
                  <a:lnTo>
                    <a:pt x="65686" y="567622"/>
                  </a:lnTo>
                  <a:lnTo>
                    <a:pt x="107569" y="576072"/>
                  </a:lnTo>
                  <a:lnTo>
                    <a:pt x="468502" y="576072"/>
                  </a:lnTo>
                  <a:lnTo>
                    <a:pt x="510385" y="567622"/>
                  </a:lnTo>
                  <a:lnTo>
                    <a:pt x="544576" y="544576"/>
                  </a:lnTo>
                  <a:lnTo>
                    <a:pt x="567622" y="510385"/>
                  </a:lnTo>
                  <a:lnTo>
                    <a:pt x="576072" y="468503"/>
                  </a:lnTo>
                  <a:lnTo>
                    <a:pt x="576072" y="107569"/>
                  </a:lnTo>
                  <a:lnTo>
                    <a:pt x="567622" y="65686"/>
                  </a:lnTo>
                  <a:lnTo>
                    <a:pt x="544576" y="31496"/>
                  </a:lnTo>
                  <a:lnTo>
                    <a:pt x="510385" y="8449"/>
                  </a:lnTo>
                  <a:lnTo>
                    <a:pt x="468502" y="0"/>
                  </a:lnTo>
                  <a:close/>
                </a:path>
              </a:pathLst>
            </a:custGeom>
            <a:solidFill>
              <a:srgbClr val="0030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" name="object 25"/>
            <p:cNvSpPr/>
            <p:nvPr/>
          </p:nvSpPr>
          <p:spPr>
            <a:xfrm>
              <a:off x="10901160" y="4070520"/>
              <a:ext cx="576360" cy="576360"/>
            </a:xfrm>
            <a:custGeom>
              <a:avLst/>
              <a:gdLst>
                <a:gd name="textAreaLeft" fmla="*/ 0 w 576360"/>
                <a:gd name="textAreaRight" fmla="*/ 576720 w 576360"/>
                <a:gd name="textAreaTop" fmla="*/ 0 h 576360"/>
                <a:gd name="textAreaBottom" fmla="*/ 576720 h 576360"/>
              </a:gdLst>
              <a:ahLst/>
              <a:cxnLst/>
              <a:rect l="textAreaLeft" t="textAreaTop" r="textAreaRight" b="textAreaBottom"/>
              <a:pathLst>
                <a:path w="576579" h="576579">
                  <a:moveTo>
                    <a:pt x="0" y="107569"/>
                  </a:moveTo>
                  <a:lnTo>
                    <a:pt x="8449" y="65686"/>
                  </a:lnTo>
                  <a:lnTo>
                    <a:pt x="31496" y="31496"/>
                  </a:lnTo>
                  <a:lnTo>
                    <a:pt x="65686" y="8449"/>
                  </a:lnTo>
                  <a:lnTo>
                    <a:pt x="107569" y="0"/>
                  </a:lnTo>
                  <a:lnTo>
                    <a:pt x="468502" y="0"/>
                  </a:lnTo>
                  <a:lnTo>
                    <a:pt x="510385" y="8449"/>
                  </a:lnTo>
                  <a:lnTo>
                    <a:pt x="544576" y="31496"/>
                  </a:lnTo>
                  <a:lnTo>
                    <a:pt x="567622" y="65686"/>
                  </a:lnTo>
                  <a:lnTo>
                    <a:pt x="576072" y="107569"/>
                  </a:lnTo>
                  <a:lnTo>
                    <a:pt x="576072" y="468503"/>
                  </a:lnTo>
                  <a:lnTo>
                    <a:pt x="567622" y="510385"/>
                  </a:lnTo>
                  <a:lnTo>
                    <a:pt x="544576" y="544576"/>
                  </a:lnTo>
                  <a:lnTo>
                    <a:pt x="510385" y="567622"/>
                  </a:lnTo>
                  <a:lnTo>
                    <a:pt x="468502" y="576072"/>
                  </a:lnTo>
                  <a:lnTo>
                    <a:pt x="107569" y="576072"/>
                  </a:lnTo>
                  <a:lnTo>
                    <a:pt x="65686" y="567622"/>
                  </a:lnTo>
                  <a:lnTo>
                    <a:pt x="31495" y="544576"/>
                  </a:lnTo>
                  <a:lnTo>
                    <a:pt x="8449" y="510385"/>
                  </a:lnTo>
                  <a:lnTo>
                    <a:pt x="0" y="468503"/>
                  </a:lnTo>
                  <a:lnTo>
                    <a:pt x="0" y="107569"/>
                  </a:lnTo>
                  <a:close/>
                </a:path>
              </a:pathLst>
            </a:custGeom>
            <a:noFill/>
            <a:ln w="15240">
              <a:solidFill>
                <a:srgbClr val="1849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8" name="object 26"/>
          <p:cNvSpPr/>
          <p:nvPr/>
        </p:nvSpPr>
        <p:spPr>
          <a:xfrm>
            <a:off x="11053800" y="4012560"/>
            <a:ext cx="270720" cy="48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3000" b="0" u="none" spc="215" strike="noStrike">
                <a:solidFill>
                  <a:srgbClr val="E1E6E9"/>
                </a:solidFill>
                <a:effectLst/>
                <a:uFillTx/>
                <a:latin typeface="Cambria"/>
              </a:rPr>
              <a:t>4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object 27"/>
          <p:cNvSpPr/>
          <p:nvPr/>
        </p:nvSpPr>
        <p:spPr>
          <a:xfrm>
            <a:off x="9336240" y="5345280"/>
            <a:ext cx="3705480" cy="13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algn="ctr">
              <a:lnSpc>
                <a:spcPct val="100000"/>
              </a:lnSpc>
              <a:spcBef>
                <a:spcPts val="96"/>
              </a:spcBef>
            </a:pPr>
            <a:r>
              <a:rPr lang="en-IN" sz="2500" b="0" u="none" spc="190" strike="noStrike">
                <a:solidFill>
                  <a:srgbClr val="E1E6E9"/>
                </a:solidFill>
                <a:effectLst/>
                <a:uFillTx/>
                <a:latin typeface="Cambria"/>
              </a:rPr>
              <a:t>Deployment</a:t>
            </a:r>
            <a:r>
              <a:rPr lang="en-IN" sz="2500" b="0" u="none" spc="96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2500" b="0" u="none" spc="156" strike="noStrike">
                <a:solidFill>
                  <a:srgbClr val="E1E6E9"/>
                </a:solidFill>
                <a:effectLst/>
                <a:uFillTx/>
                <a:latin typeface="Cambria"/>
              </a:rPr>
              <a:t>&amp;</a:t>
            </a:r>
            <a:r>
              <a:rPr lang="en-IN" sz="2500" b="0" u="none" spc="51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2500" b="0" u="none" spc="136" strike="noStrike">
                <a:solidFill>
                  <a:srgbClr val="E1E6E9"/>
                </a:solidFill>
                <a:effectLst/>
                <a:uFillTx/>
                <a:latin typeface="Cambria"/>
              </a:rPr>
              <a:t>Review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919"/>
              </a:spcBef>
            </a:pPr>
            <a:r>
              <a:rPr lang="en-IN" sz="2000" b="0" u="none" spc="159" strike="noStrike">
                <a:solidFill>
                  <a:srgbClr val="E1E6E9"/>
                </a:solidFill>
                <a:effectLst/>
                <a:uFillTx/>
                <a:latin typeface="Cambria"/>
              </a:rPr>
              <a:t>Deployment,</a:t>
            </a:r>
            <a:r>
              <a:rPr lang="en-IN" sz="2000" b="0" u="none" spc="111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2000" b="0" u="none" spc="150" strike="noStrike">
                <a:solidFill>
                  <a:srgbClr val="E1E6E9"/>
                </a:solidFill>
                <a:effectLst/>
                <a:uFillTx/>
                <a:latin typeface="Cambria"/>
              </a:rPr>
              <a:t>documentation,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791"/>
              </a:spcBef>
            </a:pPr>
            <a:r>
              <a:rPr lang="en-IN" sz="2000" b="0" u="none" spc="119" strike="noStrike">
                <a:solidFill>
                  <a:srgbClr val="E1E6E9"/>
                </a:solidFill>
                <a:effectLst/>
                <a:uFillTx/>
                <a:latin typeface="Cambria"/>
              </a:rPr>
              <a:t>evaluation.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object 28"/>
          <p:cNvSpPr/>
          <p:nvPr/>
        </p:nvSpPr>
        <p:spPr>
          <a:xfrm>
            <a:off x="1007640" y="7073640"/>
            <a:ext cx="5070240" cy="32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IN" sz="2000" b="0" u="none" spc="366" strike="noStrike">
                <a:solidFill>
                  <a:srgbClr val="E1E6E9"/>
                </a:solidFill>
                <a:effectLst/>
                <a:uFillTx/>
                <a:latin typeface="Cambria"/>
              </a:rPr>
              <a:t>8-</a:t>
            </a:r>
            <a:r>
              <a:rPr lang="en-IN" sz="2000" b="0" u="none" spc="111" strike="noStrike">
                <a:solidFill>
                  <a:srgbClr val="E1E6E9"/>
                </a:solidFill>
                <a:effectLst/>
                <a:uFillTx/>
                <a:latin typeface="Cambria"/>
              </a:rPr>
              <a:t>week</a:t>
            </a:r>
            <a:r>
              <a:rPr lang="en-IN" sz="2000" b="0" u="none" spc="54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2000" b="0" u="none" spc="119" strike="noStrike">
                <a:solidFill>
                  <a:srgbClr val="E1E6E9"/>
                </a:solidFill>
                <a:effectLst/>
                <a:uFillTx/>
                <a:latin typeface="Cambria"/>
              </a:rPr>
              <a:t>project:</a:t>
            </a:r>
            <a:r>
              <a:rPr lang="en-IN" sz="2000" b="0" u="none" spc="60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2000" b="0" u="none" spc="159" strike="noStrike">
                <a:solidFill>
                  <a:srgbClr val="E1E6E9"/>
                </a:solidFill>
                <a:effectLst/>
                <a:uFillTx/>
                <a:latin typeface="Cambria"/>
              </a:rPr>
              <a:t>milestones,</a:t>
            </a:r>
            <a:r>
              <a:rPr lang="en-IN" sz="2000" b="0" u="none" spc="79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2000" b="0" u="none" spc="139" strike="noStrike">
                <a:solidFill>
                  <a:srgbClr val="E1E6E9"/>
                </a:solidFill>
                <a:effectLst/>
                <a:uFillTx/>
                <a:latin typeface="Cambria"/>
              </a:rPr>
              <a:t>refinement.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object 2"/>
          <p:cNvPicPr/>
          <p:nvPr/>
        </p:nvPicPr>
        <p:blipFill>
          <a:blip r:embed="rId1"/>
          <a:stretch/>
        </p:blipFill>
        <p:spPr>
          <a:xfrm>
            <a:off x="12725280" y="7687440"/>
            <a:ext cx="1852920" cy="46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888840" y="241920"/>
            <a:ext cx="5796000" cy="695520"/>
          </a:xfrm>
          <a:prstGeom prst="rect">
            <a:avLst/>
          </a:prstGeom>
          <a:noFill/>
          <a:ln w="0">
            <a:noFill/>
          </a:ln>
        </p:spPr>
        <p:txBody>
          <a:bodyPr lIns="0" tIns="1152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91"/>
              </a:spcBef>
              <a:buNone/>
            </a:pPr>
            <a:r>
              <a:rPr lang="en-IN" sz="4400" b="0" u="none" spc="340" strike="noStrike">
                <a:solidFill>
                  <a:srgbClr val="F5EFEF"/>
                </a:solidFill>
                <a:effectLst/>
                <a:uFillTx/>
                <a:latin typeface="Cambria"/>
              </a:rPr>
              <a:t>Challenges</a:t>
            </a:r>
            <a:r>
              <a:rPr lang="en-IN" sz="4400" b="0" u="none" spc="34" strike="noStrike">
                <a:solidFill>
                  <a:srgbClr val="F5EFEF"/>
                </a:solidFill>
                <a:effectLst/>
                <a:uFillTx/>
                <a:latin typeface="Cambria"/>
              </a:rPr>
              <a:t> </a:t>
            </a:r>
            <a:r>
              <a:rPr lang="en-IN" sz="4400" b="0" u="none" spc="269" strike="noStrike">
                <a:solidFill>
                  <a:srgbClr val="F5EFEF"/>
                </a:solidFill>
                <a:effectLst/>
                <a:uFillTx/>
                <a:latin typeface="Cambria"/>
              </a:rPr>
              <a:t>&amp;</a:t>
            </a:r>
            <a:r>
              <a:rPr lang="en-IN" sz="4400" b="0" u="none" spc="79" strike="noStrike">
                <a:solidFill>
                  <a:srgbClr val="F5EFEF"/>
                </a:solidFill>
                <a:effectLst/>
                <a:uFillTx/>
                <a:latin typeface="Cambria"/>
              </a:rPr>
              <a:t> </a:t>
            </a:r>
            <a:r>
              <a:rPr lang="en-IN" sz="4400" b="0" u="none" spc="320" strike="noStrike">
                <a:solidFill>
                  <a:srgbClr val="F5EFEF"/>
                </a:solidFill>
                <a:effectLst/>
                <a:uFillTx/>
                <a:latin typeface="Cambria"/>
              </a:rPr>
              <a:t>Growth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3" name="object 4"/>
          <p:cNvSpPr/>
          <p:nvPr/>
        </p:nvSpPr>
        <p:spPr>
          <a:xfrm>
            <a:off x="880200" y="1644120"/>
            <a:ext cx="35398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1520" rIns="0" bIns="0" anchor="t">
            <a:spAutoFit/>
          </a:bodyPr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lang="en-IN" sz="2650" b="0" u="none" spc="190" strike="noStrike">
                <a:solidFill>
                  <a:srgbClr val="F5EFEF"/>
                </a:solidFill>
                <a:effectLst/>
                <a:uFillTx/>
                <a:latin typeface="Cambria"/>
              </a:rPr>
              <a:t>Technical</a:t>
            </a:r>
            <a:r>
              <a:rPr lang="en-IN" sz="2650" b="0" u="none" spc="130" strike="noStrike">
                <a:solidFill>
                  <a:srgbClr val="F5EFEF"/>
                </a:solidFill>
                <a:effectLst/>
                <a:uFillTx/>
                <a:latin typeface="Cambria"/>
              </a:rPr>
              <a:t> </a:t>
            </a:r>
            <a:r>
              <a:rPr lang="en-IN" sz="2650" b="0" u="none" spc="190" strike="noStrike">
                <a:solidFill>
                  <a:srgbClr val="F5EFEF"/>
                </a:solidFill>
                <a:effectLst/>
                <a:uFillTx/>
                <a:latin typeface="Cambria"/>
              </a:rPr>
              <a:t>Challenges</a:t>
            </a:r>
            <a:endParaRPr lang="en-IN" sz="2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34" name="object 5"/>
          <p:cNvGrpSpPr/>
          <p:nvPr/>
        </p:nvGrpSpPr>
        <p:grpSpPr>
          <a:xfrm>
            <a:off x="871560" y="2563200"/>
            <a:ext cx="6169320" cy="1447560"/>
            <a:chOff x="871560" y="2563200"/>
            <a:chExt cx="6169320" cy="1447560"/>
          </a:xfrm>
        </p:grpSpPr>
        <p:sp>
          <p:nvSpPr>
            <p:cNvPr id="135" name="object 6"/>
            <p:cNvSpPr/>
            <p:nvPr/>
          </p:nvSpPr>
          <p:spPr>
            <a:xfrm>
              <a:off x="902160" y="2563200"/>
              <a:ext cx="6138720" cy="1447560"/>
            </a:xfrm>
            <a:custGeom>
              <a:avLst/>
              <a:gdLst>
                <a:gd name="textAreaLeft" fmla="*/ 0 w 6138720"/>
                <a:gd name="textAreaRight" fmla="*/ 6139080 w 6138720"/>
                <a:gd name="textAreaTop" fmla="*/ 0 h 1447560"/>
                <a:gd name="textAreaBottom" fmla="*/ 1447920 h 1447560"/>
              </a:gdLst>
              <a:ahLst/>
              <a:cxnLst/>
              <a:rect l="textAreaLeft" t="textAreaTop" r="textAreaRight" b="textAreaBottom"/>
              <a:pathLst>
                <a:path w="6139180" h="1447800">
                  <a:moveTo>
                    <a:pt x="5992495" y="0"/>
                  </a:moveTo>
                  <a:lnTo>
                    <a:pt x="146138" y="0"/>
                  </a:lnTo>
                  <a:lnTo>
                    <a:pt x="99948" y="7448"/>
                  </a:lnTo>
                  <a:lnTo>
                    <a:pt x="59831" y="28191"/>
                  </a:lnTo>
                  <a:lnTo>
                    <a:pt x="28196" y="59829"/>
                  </a:lnTo>
                  <a:lnTo>
                    <a:pt x="7450" y="99958"/>
                  </a:lnTo>
                  <a:lnTo>
                    <a:pt x="0" y="146177"/>
                  </a:lnTo>
                  <a:lnTo>
                    <a:pt x="0" y="1301623"/>
                  </a:lnTo>
                  <a:lnTo>
                    <a:pt x="7450" y="1347841"/>
                  </a:lnTo>
                  <a:lnTo>
                    <a:pt x="28196" y="1387970"/>
                  </a:lnTo>
                  <a:lnTo>
                    <a:pt x="59831" y="1419608"/>
                  </a:lnTo>
                  <a:lnTo>
                    <a:pt x="99948" y="1440351"/>
                  </a:lnTo>
                  <a:lnTo>
                    <a:pt x="146138" y="1447800"/>
                  </a:lnTo>
                  <a:lnTo>
                    <a:pt x="5992495" y="1447800"/>
                  </a:lnTo>
                  <a:lnTo>
                    <a:pt x="6038713" y="1440351"/>
                  </a:lnTo>
                  <a:lnTo>
                    <a:pt x="6078842" y="1419608"/>
                  </a:lnTo>
                  <a:lnTo>
                    <a:pt x="6110480" y="1387970"/>
                  </a:lnTo>
                  <a:lnTo>
                    <a:pt x="6131223" y="1347841"/>
                  </a:lnTo>
                  <a:lnTo>
                    <a:pt x="6138671" y="1301623"/>
                  </a:lnTo>
                  <a:lnTo>
                    <a:pt x="6138671" y="146177"/>
                  </a:lnTo>
                  <a:lnTo>
                    <a:pt x="6131223" y="99958"/>
                  </a:lnTo>
                  <a:lnTo>
                    <a:pt x="6110480" y="59829"/>
                  </a:lnTo>
                  <a:lnTo>
                    <a:pt x="6078842" y="28191"/>
                  </a:lnTo>
                  <a:lnTo>
                    <a:pt x="6038713" y="7448"/>
                  </a:lnTo>
                  <a:lnTo>
                    <a:pt x="5992495" y="0"/>
                  </a:lnTo>
                  <a:close/>
                </a:path>
              </a:pathLst>
            </a:custGeom>
            <a:solidFill>
              <a:srgbClr val="09151A">
                <a:alpha val="9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" name="object 7"/>
            <p:cNvSpPr/>
            <p:nvPr/>
          </p:nvSpPr>
          <p:spPr>
            <a:xfrm>
              <a:off x="902160" y="2563200"/>
              <a:ext cx="6138720" cy="1447560"/>
            </a:xfrm>
            <a:custGeom>
              <a:avLst/>
              <a:gdLst>
                <a:gd name="textAreaLeft" fmla="*/ 0 w 6138720"/>
                <a:gd name="textAreaRight" fmla="*/ 6139080 w 6138720"/>
                <a:gd name="textAreaTop" fmla="*/ 0 h 1447560"/>
                <a:gd name="textAreaBottom" fmla="*/ 1447920 h 1447560"/>
              </a:gdLst>
              <a:ahLst/>
              <a:cxnLst/>
              <a:rect l="textAreaLeft" t="textAreaTop" r="textAreaRight" b="textAreaBottom"/>
              <a:pathLst>
                <a:path w="6139180" h="1447800">
                  <a:moveTo>
                    <a:pt x="0" y="146177"/>
                  </a:moveTo>
                  <a:lnTo>
                    <a:pt x="7450" y="99958"/>
                  </a:lnTo>
                  <a:lnTo>
                    <a:pt x="28196" y="59829"/>
                  </a:lnTo>
                  <a:lnTo>
                    <a:pt x="59831" y="28191"/>
                  </a:lnTo>
                  <a:lnTo>
                    <a:pt x="99948" y="7448"/>
                  </a:lnTo>
                  <a:lnTo>
                    <a:pt x="146138" y="0"/>
                  </a:lnTo>
                  <a:lnTo>
                    <a:pt x="5992495" y="0"/>
                  </a:lnTo>
                  <a:lnTo>
                    <a:pt x="6038713" y="7448"/>
                  </a:lnTo>
                  <a:lnTo>
                    <a:pt x="6078842" y="28191"/>
                  </a:lnTo>
                  <a:lnTo>
                    <a:pt x="6110480" y="59829"/>
                  </a:lnTo>
                  <a:lnTo>
                    <a:pt x="6131223" y="99958"/>
                  </a:lnTo>
                  <a:lnTo>
                    <a:pt x="6138671" y="146177"/>
                  </a:lnTo>
                  <a:lnTo>
                    <a:pt x="6138671" y="1301623"/>
                  </a:lnTo>
                  <a:lnTo>
                    <a:pt x="6131223" y="1347841"/>
                  </a:lnTo>
                  <a:lnTo>
                    <a:pt x="6110480" y="1387970"/>
                  </a:lnTo>
                  <a:lnTo>
                    <a:pt x="6078842" y="1419608"/>
                  </a:lnTo>
                  <a:lnTo>
                    <a:pt x="6038713" y="1440351"/>
                  </a:lnTo>
                  <a:lnTo>
                    <a:pt x="5992495" y="1447800"/>
                  </a:lnTo>
                  <a:lnTo>
                    <a:pt x="146138" y="1447800"/>
                  </a:lnTo>
                  <a:lnTo>
                    <a:pt x="99948" y="1440351"/>
                  </a:lnTo>
                  <a:lnTo>
                    <a:pt x="59831" y="1419608"/>
                  </a:lnTo>
                  <a:lnTo>
                    <a:pt x="28196" y="1387970"/>
                  </a:lnTo>
                  <a:lnTo>
                    <a:pt x="7450" y="1347841"/>
                  </a:lnTo>
                  <a:lnTo>
                    <a:pt x="0" y="1301623"/>
                  </a:lnTo>
                  <a:lnTo>
                    <a:pt x="0" y="146177"/>
                  </a:lnTo>
                  <a:close/>
                </a:path>
              </a:pathLst>
            </a:custGeom>
            <a:noFill/>
            <a:ln w="30480">
              <a:solidFill>
                <a:srgbClr val="1849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" name="object 8"/>
            <p:cNvSpPr/>
            <p:nvPr/>
          </p:nvSpPr>
          <p:spPr>
            <a:xfrm>
              <a:off x="871560" y="2563200"/>
              <a:ext cx="121680" cy="1447560"/>
            </a:xfrm>
            <a:custGeom>
              <a:avLst/>
              <a:gdLst>
                <a:gd name="textAreaLeft" fmla="*/ 0 w 121680"/>
                <a:gd name="textAreaRight" fmla="*/ 122040 w 121680"/>
                <a:gd name="textAreaTop" fmla="*/ 0 h 1447560"/>
                <a:gd name="textAreaBottom" fmla="*/ 1447920 h 1447560"/>
              </a:gdLst>
              <a:ahLst/>
              <a:cxnLst/>
              <a:rect l="textAreaLeft" t="textAreaTop" r="textAreaRight" b="textAreaBottom"/>
              <a:pathLst>
                <a:path w="121919" h="1447800">
                  <a:moveTo>
                    <a:pt x="60959" y="0"/>
                  </a:moveTo>
                  <a:lnTo>
                    <a:pt x="37231" y="4792"/>
                  </a:lnTo>
                  <a:lnTo>
                    <a:pt x="17854" y="17859"/>
                  </a:lnTo>
                  <a:lnTo>
                    <a:pt x="4790" y="37236"/>
                  </a:lnTo>
                  <a:lnTo>
                    <a:pt x="0" y="60960"/>
                  </a:lnTo>
                  <a:lnTo>
                    <a:pt x="0" y="1386840"/>
                  </a:lnTo>
                  <a:lnTo>
                    <a:pt x="4790" y="1410563"/>
                  </a:lnTo>
                  <a:lnTo>
                    <a:pt x="17854" y="1429940"/>
                  </a:lnTo>
                  <a:lnTo>
                    <a:pt x="37231" y="1443007"/>
                  </a:lnTo>
                  <a:lnTo>
                    <a:pt x="60959" y="1447800"/>
                  </a:lnTo>
                  <a:lnTo>
                    <a:pt x="84688" y="1443007"/>
                  </a:lnTo>
                  <a:lnTo>
                    <a:pt x="104065" y="1429940"/>
                  </a:lnTo>
                  <a:lnTo>
                    <a:pt x="117129" y="1410563"/>
                  </a:lnTo>
                  <a:lnTo>
                    <a:pt x="121919" y="1386840"/>
                  </a:lnTo>
                  <a:lnTo>
                    <a:pt x="121919" y="60960"/>
                  </a:lnTo>
                  <a:lnTo>
                    <a:pt x="117129" y="37236"/>
                  </a:lnTo>
                  <a:lnTo>
                    <a:pt x="104065" y="17859"/>
                  </a:lnTo>
                  <a:lnTo>
                    <a:pt x="84688" y="4792"/>
                  </a:lnTo>
                  <a:lnTo>
                    <a:pt x="60959" y="0"/>
                  </a:lnTo>
                  <a:close/>
                </a:path>
              </a:pathLst>
            </a:custGeom>
            <a:solidFill>
              <a:srgbClr val="5F9D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8" name="object 9"/>
          <p:cNvSpPr/>
          <p:nvPr/>
        </p:nvSpPr>
        <p:spPr>
          <a:xfrm>
            <a:off x="1236240" y="2795040"/>
            <a:ext cx="3721320" cy="92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IN" sz="2200" b="0" u="none" spc="156" strike="noStrike">
                <a:solidFill>
                  <a:srgbClr val="E1E6E9"/>
                </a:solidFill>
                <a:effectLst/>
                <a:uFillTx/>
                <a:latin typeface="Cambria"/>
              </a:rPr>
              <a:t>Integration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2361"/>
              </a:spcBef>
            </a:pPr>
            <a:r>
              <a:rPr lang="en-IN" sz="1750" b="0" u="none" spc="111" strike="noStrike">
                <a:solidFill>
                  <a:srgbClr val="E1E6E9"/>
                </a:solidFill>
                <a:effectLst/>
                <a:uFillTx/>
                <a:latin typeface="Cambria"/>
              </a:rPr>
              <a:t>Resolved</a:t>
            </a:r>
            <a:r>
              <a:rPr lang="en-IN" sz="1750" b="0" u="none" spc="71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1750" b="0" u="none" spc="145" strike="noStrike">
                <a:solidFill>
                  <a:srgbClr val="E1E6E9"/>
                </a:solidFill>
                <a:effectLst/>
                <a:uFillTx/>
                <a:latin typeface="Cambria"/>
              </a:rPr>
              <a:t>CORS</a:t>
            </a:r>
            <a:r>
              <a:rPr lang="en-IN" sz="1750" b="0" u="none" spc="20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1750" b="0" u="none" spc="136" strike="noStrike">
                <a:solidFill>
                  <a:srgbClr val="E1E6E9"/>
                </a:solidFill>
                <a:effectLst/>
                <a:uFillTx/>
                <a:latin typeface="Cambria"/>
              </a:rPr>
              <a:t>and</a:t>
            </a:r>
            <a:r>
              <a:rPr lang="en-IN" sz="1750" b="0" u="none" spc="51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1750" b="0" u="none" spc="145" strike="noStrike">
                <a:solidFill>
                  <a:srgbClr val="E1E6E9"/>
                </a:solidFill>
                <a:effectLst/>
                <a:uFillTx/>
                <a:latin typeface="Cambria"/>
              </a:rPr>
              <a:t>format</a:t>
            </a:r>
            <a:r>
              <a:rPr lang="en-IN" sz="1750" b="0" u="none" spc="34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1750" b="0" u="none" spc="105" strike="noStrike">
                <a:solidFill>
                  <a:srgbClr val="E1E6E9"/>
                </a:solidFill>
                <a:effectLst/>
                <a:uFillTx/>
                <a:latin typeface="Cambria"/>
              </a:rPr>
              <a:t>issues.</a:t>
            </a:r>
            <a:endParaRPr lang="en-IN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39" name="object 10"/>
          <p:cNvGrpSpPr/>
          <p:nvPr/>
        </p:nvGrpSpPr>
        <p:grpSpPr>
          <a:xfrm>
            <a:off x="871560" y="4236840"/>
            <a:ext cx="6169320" cy="1450440"/>
            <a:chOff x="871560" y="4236840"/>
            <a:chExt cx="6169320" cy="1450440"/>
          </a:xfrm>
        </p:grpSpPr>
        <p:sp>
          <p:nvSpPr>
            <p:cNvPr id="140" name="object 11"/>
            <p:cNvSpPr/>
            <p:nvPr/>
          </p:nvSpPr>
          <p:spPr>
            <a:xfrm>
              <a:off x="902160" y="4236840"/>
              <a:ext cx="6138720" cy="1450440"/>
            </a:xfrm>
            <a:custGeom>
              <a:avLst/>
              <a:gdLst>
                <a:gd name="textAreaLeft" fmla="*/ 0 w 6138720"/>
                <a:gd name="textAreaRight" fmla="*/ 6139080 w 6138720"/>
                <a:gd name="textAreaTop" fmla="*/ 0 h 1450440"/>
                <a:gd name="textAreaBottom" fmla="*/ 1450800 h 1450440"/>
              </a:gdLst>
              <a:ahLst/>
              <a:cxnLst/>
              <a:rect l="textAreaLeft" t="textAreaTop" r="textAreaRight" b="textAreaBottom"/>
              <a:pathLst>
                <a:path w="6139180" h="1450975">
                  <a:moveTo>
                    <a:pt x="5992241" y="0"/>
                  </a:moveTo>
                  <a:lnTo>
                    <a:pt x="146456" y="0"/>
                  </a:lnTo>
                  <a:lnTo>
                    <a:pt x="100164" y="7462"/>
                  </a:lnTo>
                  <a:lnTo>
                    <a:pt x="59960" y="28244"/>
                  </a:lnTo>
                  <a:lnTo>
                    <a:pt x="28257" y="59938"/>
                  </a:lnTo>
                  <a:lnTo>
                    <a:pt x="7466" y="100136"/>
                  </a:lnTo>
                  <a:lnTo>
                    <a:pt x="0" y="146430"/>
                  </a:lnTo>
                  <a:lnTo>
                    <a:pt x="0" y="1304416"/>
                  </a:lnTo>
                  <a:lnTo>
                    <a:pt x="7466" y="1350711"/>
                  </a:lnTo>
                  <a:lnTo>
                    <a:pt x="28257" y="1390909"/>
                  </a:lnTo>
                  <a:lnTo>
                    <a:pt x="59960" y="1422603"/>
                  </a:lnTo>
                  <a:lnTo>
                    <a:pt x="100164" y="1443385"/>
                  </a:lnTo>
                  <a:lnTo>
                    <a:pt x="146456" y="1450847"/>
                  </a:lnTo>
                  <a:lnTo>
                    <a:pt x="5992241" y="1450847"/>
                  </a:lnTo>
                  <a:lnTo>
                    <a:pt x="6038535" y="1443385"/>
                  </a:lnTo>
                  <a:lnTo>
                    <a:pt x="6078733" y="1422603"/>
                  </a:lnTo>
                  <a:lnTo>
                    <a:pt x="6110427" y="1390909"/>
                  </a:lnTo>
                  <a:lnTo>
                    <a:pt x="6131209" y="1350711"/>
                  </a:lnTo>
                  <a:lnTo>
                    <a:pt x="6138671" y="1304416"/>
                  </a:lnTo>
                  <a:lnTo>
                    <a:pt x="6138671" y="146430"/>
                  </a:lnTo>
                  <a:lnTo>
                    <a:pt x="6131209" y="100136"/>
                  </a:lnTo>
                  <a:lnTo>
                    <a:pt x="6110427" y="59938"/>
                  </a:lnTo>
                  <a:lnTo>
                    <a:pt x="6078733" y="28244"/>
                  </a:lnTo>
                  <a:lnTo>
                    <a:pt x="6038535" y="7462"/>
                  </a:lnTo>
                  <a:lnTo>
                    <a:pt x="5992241" y="0"/>
                  </a:lnTo>
                  <a:close/>
                </a:path>
              </a:pathLst>
            </a:custGeom>
            <a:solidFill>
              <a:srgbClr val="09151A">
                <a:alpha val="9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" name="object 12"/>
            <p:cNvSpPr/>
            <p:nvPr/>
          </p:nvSpPr>
          <p:spPr>
            <a:xfrm>
              <a:off x="902160" y="4236840"/>
              <a:ext cx="6138720" cy="1450440"/>
            </a:xfrm>
            <a:custGeom>
              <a:avLst/>
              <a:gdLst>
                <a:gd name="textAreaLeft" fmla="*/ 0 w 6138720"/>
                <a:gd name="textAreaRight" fmla="*/ 6139080 w 6138720"/>
                <a:gd name="textAreaTop" fmla="*/ 0 h 1450440"/>
                <a:gd name="textAreaBottom" fmla="*/ 1450800 h 1450440"/>
              </a:gdLst>
              <a:ahLst/>
              <a:cxnLst/>
              <a:rect l="textAreaLeft" t="textAreaTop" r="textAreaRight" b="textAreaBottom"/>
              <a:pathLst>
                <a:path w="6139180" h="1450975">
                  <a:moveTo>
                    <a:pt x="0" y="146430"/>
                  </a:moveTo>
                  <a:lnTo>
                    <a:pt x="7466" y="100136"/>
                  </a:lnTo>
                  <a:lnTo>
                    <a:pt x="28257" y="59938"/>
                  </a:lnTo>
                  <a:lnTo>
                    <a:pt x="59960" y="28244"/>
                  </a:lnTo>
                  <a:lnTo>
                    <a:pt x="100164" y="7462"/>
                  </a:lnTo>
                  <a:lnTo>
                    <a:pt x="146456" y="0"/>
                  </a:lnTo>
                  <a:lnTo>
                    <a:pt x="5992241" y="0"/>
                  </a:lnTo>
                  <a:lnTo>
                    <a:pt x="6038535" y="7462"/>
                  </a:lnTo>
                  <a:lnTo>
                    <a:pt x="6078733" y="28244"/>
                  </a:lnTo>
                  <a:lnTo>
                    <a:pt x="6110427" y="59938"/>
                  </a:lnTo>
                  <a:lnTo>
                    <a:pt x="6131209" y="100136"/>
                  </a:lnTo>
                  <a:lnTo>
                    <a:pt x="6138671" y="146430"/>
                  </a:lnTo>
                  <a:lnTo>
                    <a:pt x="6138671" y="1304416"/>
                  </a:lnTo>
                  <a:lnTo>
                    <a:pt x="6131209" y="1350711"/>
                  </a:lnTo>
                  <a:lnTo>
                    <a:pt x="6110427" y="1390909"/>
                  </a:lnTo>
                  <a:lnTo>
                    <a:pt x="6078733" y="1422603"/>
                  </a:lnTo>
                  <a:lnTo>
                    <a:pt x="6038535" y="1443385"/>
                  </a:lnTo>
                  <a:lnTo>
                    <a:pt x="5992241" y="1450847"/>
                  </a:lnTo>
                  <a:lnTo>
                    <a:pt x="146456" y="1450847"/>
                  </a:lnTo>
                  <a:lnTo>
                    <a:pt x="100164" y="1443385"/>
                  </a:lnTo>
                  <a:lnTo>
                    <a:pt x="59960" y="1422603"/>
                  </a:lnTo>
                  <a:lnTo>
                    <a:pt x="28257" y="1390909"/>
                  </a:lnTo>
                  <a:lnTo>
                    <a:pt x="7466" y="1350711"/>
                  </a:lnTo>
                  <a:lnTo>
                    <a:pt x="0" y="1304416"/>
                  </a:lnTo>
                  <a:lnTo>
                    <a:pt x="0" y="146430"/>
                  </a:lnTo>
                  <a:close/>
                </a:path>
              </a:pathLst>
            </a:custGeom>
            <a:noFill/>
            <a:ln w="30480">
              <a:solidFill>
                <a:srgbClr val="1849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" name="object 13"/>
            <p:cNvSpPr/>
            <p:nvPr/>
          </p:nvSpPr>
          <p:spPr>
            <a:xfrm>
              <a:off x="871560" y="4236840"/>
              <a:ext cx="121680" cy="1450440"/>
            </a:xfrm>
            <a:custGeom>
              <a:avLst/>
              <a:gdLst>
                <a:gd name="textAreaLeft" fmla="*/ 0 w 121680"/>
                <a:gd name="textAreaRight" fmla="*/ 122040 w 121680"/>
                <a:gd name="textAreaTop" fmla="*/ 0 h 1450440"/>
                <a:gd name="textAreaBottom" fmla="*/ 1450800 h 1450440"/>
              </a:gdLst>
              <a:ahLst/>
              <a:cxnLst/>
              <a:rect l="textAreaLeft" t="textAreaTop" r="textAreaRight" b="textAreaBottom"/>
              <a:pathLst>
                <a:path w="121919" h="1450975">
                  <a:moveTo>
                    <a:pt x="60959" y="0"/>
                  </a:moveTo>
                  <a:lnTo>
                    <a:pt x="37231" y="4792"/>
                  </a:lnTo>
                  <a:lnTo>
                    <a:pt x="17854" y="17859"/>
                  </a:lnTo>
                  <a:lnTo>
                    <a:pt x="4790" y="37236"/>
                  </a:lnTo>
                  <a:lnTo>
                    <a:pt x="0" y="60959"/>
                  </a:lnTo>
                  <a:lnTo>
                    <a:pt x="0" y="1389887"/>
                  </a:lnTo>
                  <a:lnTo>
                    <a:pt x="4790" y="1413611"/>
                  </a:lnTo>
                  <a:lnTo>
                    <a:pt x="17854" y="1432988"/>
                  </a:lnTo>
                  <a:lnTo>
                    <a:pt x="37231" y="1446055"/>
                  </a:lnTo>
                  <a:lnTo>
                    <a:pt x="60959" y="1450847"/>
                  </a:lnTo>
                  <a:lnTo>
                    <a:pt x="84688" y="1446055"/>
                  </a:lnTo>
                  <a:lnTo>
                    <a:pt x="104065" y="1432988"/>
                  </a:lnTo>
                  <a:lnTo>
                    <a:pt x="117129" y="1413611"/>
                  </a:lnTo>
                  <a:lnTo>
                    <a:pt x="121919" y="1389887"/>
                  </a:lnTo>
                  <a:lnTo>
                    <a:pt x="121919" y="60959"/>
                  </a:lnTo>
                  <a:lnTo>
                    <a:pt x="117129" y="37236"/>
                  </a:lnTo>
                  <a:lnTo>
                    <a:pt x="104065" y="17859"/>
                  </a:lnTo>
                  <a:lnTo>
                    <a:pt x="84688" y="4792"/>
                  </a:lnTo>
                  <a:lnTo>
                    <a:pt x="60959" y="0"/>
                  </a:lnTo>
                  <a:close/>
                </a:path>
              </a:pathLst>
            </a:custGeom>
            <a:solidFill>
              <a:srgbClr val="5F9D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3" name="object 14"/>
          <p:cNvSpPr/>
          <p:nvPr/>
        </p:nvSpPr>
        <p:spPr>
          <a:xfrm>
            <a:off x="1236240" y="4470120"/>
            <a:ext cx="3767760" cy="92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4040" rIns="0" bIns="0" anchor="t">
            <a:spAutoFit/>
          </a:bodyPr>
          <a:p>
            <a:pPr marL="12600">
              <a:lnSpc>
                <a:spcPct val="100000"/>
              </a:lnSpc>
              <a:spcBef>
                <a:spcPts val="111"/>
              </a:spcBef>
            </a:pPr>
            <a:r>
              <a:rPr lang="en-IN" sz="2200" b="0" u="none" spc="156" strike="noStrike">
                <a:solidFill>
                  <a:srgbClr val="E1E6E9"/>
                </a:solidFill>
                <a:effectLst/>
                <a:uFillTx/>
                <a:latin typeface="Cambria"/>
              </a:rPr>
              <a:t>Database</a:t>
            </a:r>
            <a:r>
              <a:rPr lang="en-IN" sz="2200" b="0" u="none" spc="6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2200" b="0" u="none" spc="170" strike="noStrike">
                <a:solidFill>
                  <a:srgbClr val="E1E6E9"/>
                </a:solidFill>
                <a:effectLst/>
                <a:uFillTx/>
                <a:latin typeface="Cambria"/>
              </a:rPr>
              <a:t>Design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2356"/>
              </a:spcBef>
            </a:pPr>
            <a:r>
              <a:rPr lang="en-IN" sz="1750" b="0" u="none" spc="130" strike="noStrike">
                <a:solidFill>
                  <a:srgbClr val="E1E6E9"/>
                </a:solidFill>
                <a:effectLst/>
                <a:uFillTx/>
                <a:latin typeface="Cambria"/>
              </a:rPr>
              <a:t>Designed</a:t>
            </a:r>
            <a:r>
              <a:rPr lang="en-IN" sz="1750" b="0" u="none" spc="54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1750" b="0" u="none" spc="105" strike="noStrike">
                <a:solidFill>
                  <a:srgbClr val="E1E6E9"/>
                </a:solidFill>
                <a:effectLst/>
                <a:uFillTx/>
                <a:latin typeface="Cambria"/>
              </a:rPr>
              <a:t>scalable</a:t>
            </a:r>
            <a:r>
              <a:rPr lang="en-IN" sz="1750" b="0" u="none" spc="85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1750" b="0" u="none" spc="170" strike="noStrike">
                <a:solidFill>
                  <a:srgbClr val="E1E6E9"/>
                </a:solidFill>
                <a:effectLst/>
                <a:uFillTx/>
                <a:latin typeface="Cambria"/>
              </a:rPr>
              <a:t>MySQL</a:t>
            </a:r>
            <a:r>
              <a:rPr lang="en-IN" sz="1750" b="0" u="none" spc="60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1750" b="0" u="none" spc="139" strike="noStrike">
                <a:solidFill>
                  <a:srgbClr val="E1E6E9"/>
                </a:solidFill>
                <a:effectLst/>
                <a:uFillTx/>
                <a:latin typeface="Cambria"/>
              </a:rPr>
              <a:t>schema.</a:t>
            </a:r>
            <a:endParaRPr lang="en-IN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4" name="object 15"/>
          <p:cNvGrpSpPr/>
          <p:nvPr/>
        </p:nvGrpSpPr>
        <p:grpSpPr>
          <a:xfrm>
            <a:off x="871560" y="5913000"/>
            <a:ext cx="6169320" cy="1447560"/>
            <a:chOff x="871560" y="5913000"/>
            <a:chExt cx="6169320" cy="1447560"/>
          </a:xfrm>
        </p:grpSpPr>
        <p:sp>
          <p:nvSpPr>
            <p:cNvPr id="145" name="object 16"/>
            <p:cNvSpPr/>
            <p:nvPr/>
          </p:nvSpPr>
          <p:spPr>
            <a:xfrm>
              <a:off x="902160" y="5913000"/>
              <a:ext cx="6138720" cy="1447560"/>
            </a:xfrm>
            <a:custGeom>
              <a:avLst/>
              <a:gdLst>
                <a:gd name="textAreaLeft" fmla="*/ 0 w 6138720"/>
                <a:gd name="textAreaRight" fmla="*/ 6139080 w 6138720"/>
                <a:gd name="textAreaTop" fmla="*/ 0 h 1447560"/>
                <a:gd name="textAreaBottom" fmla="*/ 1447920 h 1447560"/>
              </a:gdLst>
              <a:ahLst/>
              <a:cxnLst/>
              <a:rect l="textAreaLeft" t="textAreaTop" r="textAreaRight" b="textAreaBottom"/>
              <a:pathLst>
                <a:path w="6139180" h="1447800">
                  <a:moveTo>
                    <a:pt x="5992495" y="0"/>
                  </a:moveTo>
                  <a:lnTo>
                    <a:pt x="146138" y="0"/>
                  </a:lnTo>
                  <a:lnTo>
                    <a:pt x="99948" y="7448"/>
                  </a:lnTo>
                  <a:lnTo>
                    <a:pt x="59831" y="28191"/>
                  </a:lnTo>
                  <a:lnTo>
                    <a:pt x="28196" y="59829"/>
                  </a:lnTo>
                  <a:lnTo>
                    <a:pt x="7450" y="99958"/>
                  </a:lnTo>
                  <a:lnTo>
                    <a:pt x="0" y="146176"/>
                  </a:lnTo>
                  <a:lnTo>
                    <a:pt x="0" y="1301661"/>
                  </a:lnTo>
                  <a:lnTo>
                    <a:pt x="7450" y="1347851"/>
                  </a:lnTo>
                  <a:lnTo>
                    <a:pt x="28196" y="1387968"/>
                  </a:lnTo>
                  <a:lnTo>
                    <a:pt x="59831" y="1419603"/>
                  </a:lnTo>
                  <a:lnTo>
                    <a:pt x="99948" y="1440349"/>
                  </a:lnTo>
                  <a:lnTo>
                    <a:pt x="146138" y="1447799"/>
                  </a:lnTo>
                  <a:lnTo>
                    <a:pt x="5992495" y="1447799"/>
                  </a:lnTo>
                  <a:lnTo>
                    <a:pt x="6038713" y="1440349"/>
                  </a:lnTo>
                  <a:lnTo>
                    <a:pt x="6078842" y="1419603"/>
                  </a:lnTo>
                  <a:lnTo>
                    <a:pt x="6110480" y="1387968"/>
                  </a:lnTo>
                  <a:lnTo>
                    <a:pt x="6131223" y="1347851"/>
                  </a:lnTo>
                  <a:lnTo>
                    <a:pt x="6138671" y="1301661"/>
                  </a:lnTo>
                  <a:lnTo>
                    <a:pt x="6138671" y="146176"/>
                  </a:lnTo>
                  <a:lnTo>
                    <a:pt x="6131223" y="99958"/>
                  </a:lnTo>
                  <a:lnTo>
                    <a:pt x="6110480" y="59829"/>
                  </a:lnTo>
                  <a:lnTo>
                    <a:pt x="6078842" y="28191"/>
                  </a:lnTo>
                  <a:lnTo>
                    <a:pt x="6038713" y="7448"/>
                  </a:lnTo>
                  <a:lnTo>
                    <a:pt x="5992495" y="0"/>
                  </a:lnTo>
                  <a:close/>
                </a:path>
              </a:pathLst>
            </a:custGeom>
            <a:solidFill>
              <a:srgbClr val="09151A">
                <a:alpha val="9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" name="object 17"/>
            <p:cNvSpPr/>
            <p:nvPr/>
          </p:nvSpPr>
          <p:spPr>
            <a:xfrm>
              <a:off x="902160" y="5913000"/>
              <a:ext cx="6138720" cy="1447560"/>
            </a:xfrm>
            <a:custGeom>
              <a:avLst/>
              <a:gdLst>
                <a:gd name="textAreaLeft" fmla="*/ 0 w 6138720"/>
                <a:gd name="textAreaRight" fmla="*/ 6139080 w 6138720"/>
                <a:gd name="textAreaTop" fmla="*/ 0 h 1447560"/>
                <a:gd name="textAreaBottom" fmla="*/ 1447920 h 1447560"/>
              </a:gdLst>
              <a:ahLst/>
              <a:cxnLst/>
              <a:rect l="textAreaLeft" t="textAreaTop" r="textAreaRight" b="textAreaBottom"/>
              <a:pathLst>
                <a:path w="6139180" h="1447800">
                  <a:moveTo>
                    <a:pt x="0" y="146176"/>
                  </a:moveTo>
                  <a:lnTo>
                    <a:pt x="7450" y="99958"/>
                  </a:lnTo>
                  <a:lnTo>
                    <a:pt x="28196" y="59829"/>
                  </a:lnTo>
                  <a:lnTo>
                    <a:pt x="59831" y="28191"/>
                  </a:lnTo>
                  <a:lnTo>
                    <a:pt x="99948" y="7448"/>
                  </a:lnTo>
                  <a:lnTo>
                    <a:pt x="146138" y="0"/>
                  </a:lnTo>
                  <a:lnTo>
                    <a:pt x="5992495" y="0"/>
                  </a:lnTo>
                  <a:lnTo>
                    <a:pt x="6038713" y="7448"/>
                  </a:lnTo>
                  <a:lnTo>
                    <a:pt x="6078842" y="28191"/>
                  </a:lnTo>
                  <a:lnTo>
                    <a:pt x="6110480" y="59829"/>
                  </a:lnTo>
                  <a:lnTo>
                    <a:pt x="6131223" y="99958"/>
                  </a:lnTo>
                  <a:lnTo>
                    <a:pt x="6138671" y="146176"/>
                  </a:lnTo>
                  <a:lnTo>
                    <a:pt x="6138671" y="1301661"/>
                  </a:lnTo>
                  <a:lnTo>
                    <a:pt x="6131223" y="1347851"/>
                  </a:lnTo>
                  <a:lnTo>
                    <a:pt x="6110480" y="1387968"/>
                  </a:lnTo>
                  <a:lnTo>
                    <a:pt x="6078842" y="1419603"/>
                  </a:lnTo>
                  <a:lnTo>
                    <a:pt x="6038713" y="1440349"/>
                  </a:lnTo>
                  <a:lnTo>
                    <a:pt x="5992495" y="1447799"/>
                  </a:lnTo>
                  <a:lnTo>
                    <a:pt x="146138" y="1447799"/>
                  </a:lnTo>
                  <a:lnTo>
                    <a:pt x="99948" y="1440349"/>
                  </a:lnTo>
                  <a:lnTo>
                    <a:pt x="59831" y="1419603"/>
                  </a:lnTo>
                  <a:lnTo>
                    <a:pt x="28196" y="1387968"/>
                  </a:lnTo>
                  <a:lnTo>
                    <a:pt x="7450" y="1347851"/>
                  </a:lnTo>
                  <a:lnTo>
                    <a:pt x="0" y="1301661"/>
                  </a:lnTo>
                  <a:lnTo>
                    <a:pt x="0" y="146176"/>
                  </a:lnTo>
                  <a:close/>
                </a:path>
              </a:pathLst>
            </a:custGeom>
            <a:noFill/>
            <a:ln w="30480">
              <a:solidFill>
                <a:srgbClr val="1849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" name="object 18"/>
            <p:cNvSpPr/>
            <p:nvPr/>
          </p:nvSpPr>
          <p:spPr>
            <a:xfrm>
              <a:off x="871560" y="5913000"/>
              <a:ext cx="121680" cy="1447560"/>
            </a:xfrm>
            <a:custGeom>
              <a:avLst/>
              <a:gdLst>
                <a:gd name="textAreaLeft" fmla="*/ 0 w 121680"/>
                <a:gd name="textAreaRight" fmla="*/ 122040 w 121680"/>
                <a:gd name="textAreaTop" fmla="*/ 0 h 1447560"/>
                <a:gd name="textAreaBottom" fmla="*/ 1447920 h 1447560"/>
              </a:gdLst>
              <a:ahLst/>
              <a:cxnLst/>
              <a:rect l="textAreaLeft" t="textAreaTop" r="textAreaRight" b="textAreaBottom"/>
              <a:pathLst>
                <a:path w="121919" h="1447800">
                  <a:moveTo>
                    <a:pt x="60959" y="0"/>
                  </a:moveTo>
                  <a:lnTo>
                    <a:pt x="37231" y="4792"/>
                  </a:lnTo>
                  <a:lnTo>
                    <a:pt x="17854" y="17859"/>
                  </a:lnTo>
                  <a:lnTo>
                    <a:pt x="4790" y="37236"/>
                  </a:lnTo>
                  <a:lnTo>
                    <a:pt x="0" y="60959"/>
                  </a:lnTo>
                  <a:lnTo>
                    <a:pt x="0" y="1386839"/>
                  </a:lnTo>
                  <a:lnTo>
                    <a:pt x="4790" y="1410568"/>
                  </a:lnTo>
                  <a:lnTo>
                    <a:pt x="17854" y="1429945"/>
                  </a:lnTo>
                  <a:lnTo>
                    <a:pt x="37231" y="1443009"/>
                  </a:lnTo>
                  <a:lnTo>
                    <a:pt x="60959" y="1447799"/>
                  </a:lnTo>
                  <a:lnTo>
                    <a:pt x="84688" y="1443009"/>
                  </a:lnTo>
                  <a:lnTo>
                    <a:pt x="104065" y="1429945"/>
                  </a:lnTo>
                  <a:lnTo>
                    <a:pt x="117129" y="1410568"/>
                  </a:lnTo>
                  <a:lnTo>
                    <a:pt x="121919" y="1386839"/>
                  </a:lnTo>
                  <a:lnTo>
                    <a:pt x="121919" y="60959"/>
                  </a:lnTo>
                  <a:lnTo>
                    <a:pt x="117129" y="37236"/>
                  </a:lnTo>
                  <a:lnTo>
                    <a:pt x="104065" y="17859"/>
                  </a:lnTo>
                  <a:lnTo>
                    <a:pt x="84688" y="4792"/>
                  </a:lnTo>
                  <a:lnTo>
                    <a:pt x="60959" y="0"/>
                  </a:lnTo>
                  <a:close/>
                </a:path>
              </a:pathLst>
            </a:custGeom>
            <a:solidFill>
              <a:srgbClr val="5F9D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8" name="object 19"/>
          <p:cNvSpPr/>
          <p:nvPr/>
        </p:nvSpPr>
        <p:spPr>
          <a:xfrm>
            <a:off x="1236240" y="6145200"/>
            <a:ext cx="3467880" cy="92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4040" rIns="0" bIns="0" anchor="t">
            <a:spAutoFit/>
          </a:bodyPr>
          <a:p>
            <a:pPr marL="12600">
              <a:lnSpc>
                <a:spcPct val="100000"/>
              </a:lnSpc>
              <a:spcBef>
                <a:spcPts val="111"/>
              </a:spcBef>
            </a:pPr>
            <a:r>
              <a:rPr lang="en-IN" sz="2200" b="0" u="none" spc="184" strike="noStrike">
                <a:solidFill>
                  <a:srgbClr val="E1E6E9"/>
                </a:solidFill>
                <a:effectLst/>
                <a:uFillTx/>
                <a:latin typeface="Cambria"/>
              </a:rPr>
              <a:t>Debugging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2356"/>
              </a:spcBef>
            </a:pPr>
            <a:r>
              <a:rPr lang="en-IN" sz="1750" b="0" u="none" spc="130" strike="noStrike">
                <a:solidFill>
                  <a:srgbClr val="E1E6E9"/>
                </a:solidFill>
                <a:effectLst/>
                <a:uFillTx/>
                <a:latin typeface="Cambria"/>
              </a:rPr>
              <a:t>Mastered</a:t>
            </a:r>
            <a:r>
              <a:rPr lang="en-IN" sz="1750" b="0" u="none" spc="51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1750" b="0" u="none" spc="201" strike="noStrike">
                <a:solidFill>
                  <a:srgbClr val="E1E6E9"/>
                </a:solidFill>
                <a:effectLst/>
                <a:uFillTx/>
                <a:latin typeface="Cambria"/>
              </a:rPr>
              <a:t>full-</a:t>
            </a:r>
            <a:r>
              <a:rPr lang="en-IN" sz="1750" b="0" u="none" spc="119" strike="noStrike">
                <a:solidFill>
                  <a:srgbClr val="E1E6E9"/>
                </a:solidFill>
                <a:effectLst/>
                <a:uFillTx/>
                <a:latin typeface="Cambria"/>
              </a:rPr>
              <a:t>stack</a:t>
            </a:r>
            <a:r>
              <a:rPr lang="en-IN" sz="1750" b="0" u="none" spc="79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1750" b="0" u="none" spc="119" strike="noStrike">
                <a:solidFill>
                  <a:srgbClr val="E1E6E9"/>
                </a:solidFill>
                <a:effectLst/>
                <a:uFillTx/>
                <a:latin typeface="Cambria"/>
              </a:rPr>
              <a:t>debugging.</a:t>
            </a:r>
            <a:endParaRPr lang="en-IN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object 20"/>
          <p:cNvSpPr/>
          <p:nvPr/>
        </p:nvSpPr>
        <p:spPr>
          <a:xfrm>
            <a:off x="7560000" y="1551600"/>
            <a:ext cx="249084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1520" rIns="0" bIns="0" anchor="t">
            <a:spAutoFit/>
          </a:bodyPr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lang="en-IN" sz="2650" b="0" u="none" spc="181" strike="noStrike">
                <a:solidFill>
                  <a:srgbClr val="F5EFEF"/>
                </a:solidFill>
                <a:effectLst/>
                <a:uFillTx/>
                <a:latin typeface="Cambria"/>
              </a:rPr>
              <a:t>Skills</a:t>
            </a:r>
            <a:r>
              <a:rPr lang="en-IN" sz="2650" b="0" u="none" spc="71" strike="noStrike">
                <a:solidFill>
                  <a:srgbClr val="F5EFEF"/>
                </a:solidFill>
                <a:effectLst/>
                <a:uFillTx/>
                <a:latin typeface="Cambria"/>
              </a:rPr>
              <a:t> </a:t>
            </a:r>
            <a:r>
              <a:rPr lang="en-IN" sz="2650" b="0" u="none" spc="150" strike="noStrike">
                <a:solidFill>
                  <a:srgbClr val="F5EFEF"/>
                </a:solidFill>
                <a:effectLst/>
                <a:uFillTx/>
                <a:latin typeface="Cambria"/>
              </a:rPr>
              <a:t>Acquired</a:t>
            </a:r>
            <a:endParaRPr lang="en-IN" sz="2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50" name="object 21"/>
          <p:cNvGrpSpPr/>
          <p:nvPr/>
        </p:nvGrpSpPr>
        <p:grpSpPr>
          <a:xfrm>
            <a:off x="7600320" y="2565000"/>
            <a:ext cx="6138720" cy="1401840"/>
            <a:chOff x="7600320" y="2565000"/>
            <a:chExt cx="6138720" cy="1401840"/>
          </a:xfrm>
        </p:grpSpPr>
        <p:sp>
          <p:nvSpPr>
            <p:cNvPr id="151" name="object 22"/>
            <p:cNvSpPr/>
            <p:nvPr/>
          </p:nvSpPr>
          <p:spPr>
            <a:xfrm>
              <a:off x="7600320" y="2565000"/>
              <a:ext cx="6138720" cy="1401840"/>
            </a:xfrm>
            <a:custGeom>
              <a:avLst/>
              <a:gdLst>
                <a:gd name="textAreaLeft" fmla="*/ 0 w 6138720"/>
                <a:gd name="textAreaRight" fmla="*/ 6139080 w 6138720"/>
                <a:gd name="textAreaTop" fmla="*/ 0 h 1401840"/>
                <a:gd name="textAreaBottom" fmla="*/ 1402200 h 1401840"/>
              </a:gdLst>
              <a:ahLst/>
              <a:cxnLst/>
              <a:rect l="textAreaLeft" t="textAreaTop" r="textAreaRight" b="textAreaBottom"/>
              <a:pathLst>
                <a:path w="6139180" h="1402079">
                  <a:moveTo>
                    <a:pt x="6044183" y="0"/>
                  </a:moveTo>
                  <a:lnTo>
                    <a:pt x="94487" y="0"/>
                  </a:lnTo>
                  <a:lnTo>
                    <a:pt x="57703" y="7423"/>
                  </a:lnTo>
                  <a:lnTo>
                    <a:pt x="27670" y="27670"/>
                  </a:lnTo>
                  <a:lnTo>
                    <a:pt x="7423" y="57703"/>
                  </a:lnTo>
                  <a:lnTo>
                    <a:pt x="0" y="94487"/>
                  </a:lnTo>
                  <a:lnTo>
                    <a:pt x="0" y="1307592"/>
                  </a:lnTo>
                  <a:lnTo>
                    <a:pt x="7423" y="1344376"/>
                  </a:lnTo>
                  <a:lnTo>
                    <a:pt x="27670" y="1374409"/>
                  </a:lnTo>
                  <a:lnTo>
                    <a:pt x="57703" y="1394656"/>
                  </a:lnTo>
                  <a:lnTo>
                    <a:pt x="94487" y="1402080"/>
                  </a:lnTo>
                  <a:lnTo>
                    <a:pt x="6044183" y="1402080"/>
                  </a:lnTo>
                  <a:lnTo>
                    <a:pt x="6080968" y="1394656"/>
                  </a:lnTo>
                  <a:lnTo>
                    <a:pt x="6111001" y="1374409"/>
                  </a:lnTo>
                  <a:lnTo>
                    <a:pt x="6131248" y="1344376"/>
                  </a:lnTo>
                  <a:lnTo>
                    <a:pt x="6138671" y="1307592"/>
                  </a:lnTo>
                  <a:lnTo>
                    <a:pt x="6138671" y="94487"/>
                  </a:lnTo>
                  <a:lnTo>
                    <a:pt x="6131248" y="57703"/>
                  </a:lnTo>
                  <a:lnTo>
                    <a:pt x="6111001" y="27670"/>
                  </a:lnTo>
                  <a:lnTo>
                    <a:pt x="6080968" y="7423"/>
                  </a:lnTo>
                  <a:lnTo>
                    <a:pt x="6044183" y="0"/>
                  </a:lnTo>
                  <a:close/>
                </a:path>
              </a:pathLst>
            </a:custGeom>
            <a:solidFill>
              <a:srgbClr val="0030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2" name="object 23"/>
            <p:cNvSpPr/>
            <p:nvPr/>
          </p:nvSpPr>
          <p:spPr>
            <a:xfrm>
              <a:off x="7600320" y="2565000"/>
              <a:ext cx="6138720" cy="1401840"/>
            </a:xfrm>
            <a:custGeom>
              <a:avLst/>
              <a:gdLst>
                <a:gd name="textAreaLeft" fmla="*/ 0 w 6138720"/>
                <a:gd name="textAreaRight" fmla="*/ 6139080 w 6138720"/>
                <a:gd name="textAreaTop" fmla="*/ 0 h 1401840"/>
                <a:gd name="textAreaBottom" fmla="*/ 1402200 h 1401840"/>
              </a:gdLst>
              <a:ahLst/>
              <a:cxnLst/>
              <a:rect l="textAreaLeft" t="textAreaTop" r="textAreaRight" b="textAreaBottom"/>
              <a:pathLst>
                <a:path w="6139180" h="1402079">
                  <a:moveTo>
                    <a:pt x="0" y="94487"/>
                  </a:moveTo>
                  <a:lnTo>
                    <a:pt x="7423" y="57703"/>
                  </a:lnTo>
                  <a:lnTo>
                    <a:pt x="27670" y="27670"/>
                  </a:lnTo>
                  <a:lnTo>
                    <a:pt x="57703" y="7423"/>
                  </a:lnTo>
                  <a:lnTo>
                    <a:pt x="94487" y="0"/>
                  </a:lnTo>
                  <a:lnTo>
                    <a:pt x="6044183" y="0"/>
                  </a:lnTo>
                  <a:lnTo>
                    <a:pt x="6080968" y="7423"/>
                  </a:lnTo>
                  <a:lnTo>
                    <a:pt x="6111001" y="27670"/>
                  </a:lnTo>
                  <a:lnTo>
                    <a:pt x="6131248" y="57703"/>
                  </a:lnTo>
                  <a:lnTo>
                    <a:pt x="6138671" y="94487"/>
                  </a:lnTo>
                  <a:lnTo>
                    <a:pt x="6138671" y="1307592"/>
                  </a:lnTo>
                  <a:lnTo>
                    <a:pt x="6131248" y="1344376"/>
                  </a:lnTo>
                  <a:lnTo>
                    <a:pt x="6111001" y="1374409"/>
                  </a:lnTo>
                  <a:lnTo>
                    <a:pt x="6080968" y="1394656"/>
                  </a:lnTo>
                  <a:lnTo>
                    <a:pt x="6044183" y="1402080"/>
                  </a:lnTo>
                  <a:lnTo>
                    <a:pt x="94487" y="1402080"/>
                  </a:lnTo>
                  <a:lnTo>
                    <a:pt x="57703" y="1394656"/>
                  </a:lnTo>
                  <a:lnTo>
                    <a:pt x="27670" y="1374409"/>
                  </a:lnTo>
                  <a:lnTo>
                    <a:pt x="7423" y="1344376"/>
                  </a:lnTo>
                  <a:lnTo>
                    <a:pt x="0" y="1307592"/>
                  </a:lnTo>
                  <a:lnTo>
                    <a:pt x="0" y="94487"/>
                  </a:lnTo>
                  <a:close/>
                </a:path>
              </a:pathLst>
            </a:custGeom>
            <a:noFill/>
            <a:ln w="9144">
              <a:solidFill>
                <a:srgbClr val="1849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53" name="object 24"/>
          <p:cNvSpPr/>
          <p:nvPr/>
        </p:nvSpPr>
        <p:spPr>
          <a:xfrm>
            <a:off x="7819920" y="2772360"/>
            <a:ext cx="3198600" cy="92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IN" sz="2200" b="0" u="none" spc="235" strike="noStrike">
                <a:solidFill>
                  <a:srgbClr val="E1E6E9"/>
                </a:solidFill>
                <a:effectLst/>
                <a:uFillTx/>
                <a:latin typeface="Cambria"/>
              </a:rPr>
              <a:t>Problem-</a:t>
            </a:r>
            <a:r>
              <a:rPr lang="en-IN" sz="2200" b="0" u="none" spc="164" strike="noStrike">
                <a:solidFill>
                  <a:srgbClr val="E1E6E9"/>
                </a:solidFill>
                <a:effectLst/>
                <a:uFillTx/>
                <a:latin typeface="Cambria"/>
              </a:rPr>
              <a:t>Solving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2361"/>
              </a:spcBef>
            </a:pPr>
            <a:r>
              <a:rPr lang="en-IN" sz="1750" b="0" u="none" spc="184" strike="noStrike">
                <a:solidFill>
                  <a:srgbClr val="E1E6E9"/>
                </a:solidFill>
                <a:effectLst/>
                <a:uFillTx/>
                <a:latin typeface="Cambria"/>
              </a:rPr>
              <a:t>Cross-</a:t>
            </a:r>
            <a:r>
              <a:rPr lang="en-IN" sz="1750" b="0" u="none" spc="99" strike="noStrike">
                <a:solidFill>
                  <a:srgbClr val="E1E6E9"/>
                </a:solidFill>
                <a:effectLst/>
                <a:uFillTx/>
                <a:latin typeface="Cambria"/>
              </a:rPr>
              <a:t>layer</a:t>
            </a:r>
            <a:r>
              <a:rPr lang="en-IN" sz="1750" b="0" u="none" spc="40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1750" b="0" u="none" spc="111" strike="noStrike">
                <a:solidFill>
                  <a:srgbClr val="E1E6E9"/>
                </a:solidFill>
                <a:effectLst/>
                <a:uFillTx/>
                <a:latin typeface="Cambria"/>
              </a:rPr>
              <a:t>troubleshooting.</a:t>
            </a:r>
            <a:endParaRPr lang="en-IN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54" name="object 25"/>
          <p:cNvGrpSpPr/>
          <p:nvPr/>
        </p:nvGrpSpPr>
        <p:grpSpPr>
          <a:xfrm>
            <a:off x="7600320" y="4192560"/>
            <a:ext cx="6138720" cy="1404720"/>
            <a:chOff x="7600320" y="4192560"/>
            <a:chExt cx="6138720" cy="1404720"/>
          </a:xfrm>
        </p:grpSpPr>
        <p:sp>
          <p:nvSpPr>
            <p:cNvPr id="155" name="object 26"/>
            <p:cNvSpPr/>
            <p:nvPr/>
          </p:nvSpPr>
          <p:spPr>
            <a:xfrm>
              <a:off x="7600320" y="4192560"/>
              <a:ext cx="6138720" cy="1404720"/>
            </a:xfrm>
            <a:custGeom>
              <a:avLst/>
              <a:gdLst>
                <a:gd name="textAreaLeft" fmla="*/ 0 w 6138720"/>
                <a:gd name="textAreaRight" fmla="*/ 6139080 w 6138720"/>
                <a:gd name="textAreaTop" fmla="*/ 0 h 1404720"/>
                <a:gd name="textAreaBottom" fmla="*/ 1405080 h 1404720"/>
              </a:gdLst>
              <a:ahLst/>
              <a:cxnLst/>
              <a:rect l="textAreaLeft" t="textAreaTop" r="textAreaRight" b="textAreaBottom"/>
              <a:pathLst>
                <a:path w="6139180" h="1405254">
                  <a:moveTo>
                    <a:pt x="6043929" y="0"/>
                  </a:moveTo>
                  <a:lnTo>
                    <a:pt x="94741" y="0"/>
                  </a:lnTo>
                  <a:lnTo>
                    <a:pt x="57864" y="7445"/>
                  </a:lnTo>
                  <a:lnTo>
                    <a:pt x="27749" y="27749"/>
                  </a:lnTo>
                  <a:lnTo>
                    <a:pt x="7445" y="57864"/>
                  </a:lnTo>
                  <a:lnTo>
                    <a:pt x="0" y="94741"/>
                  </a:lnTo>
                  <a:lnTo>
                    <a:pt x="0" y="1310386"/>
                  </a:lnTo>
                  <a:lnTo>
                    <a:pt x="7445" y="1347263"/>
                  </a:lnTo>
                  <a:lnTo>
                    <a:pt x="27749" y="1377378"/>
                  </a:lnTo>
                  <a:lnTo>
                    <a:pt x="57864" y="1397682"/>
                  </a:lnTo>
                  <a:lnTo>
                    <a:pt x="94741" y="1405127"/>
                  </a:lnTo>
                  <a:lnTo>
                    <a:pt x="6043929" y="1405127"/>
                  </a:lnTo>
                  <a:lnTo>
                    <a:pt x="6080807" y="1397682"/>
                  </a:lnTo>
                  <a:lnTo>
                    <a:pt x="6110922" y="1377378"/>
                  </a:lnTo>
                  <a:lnTo>
                    <a:pt x="6131226" y="1347263"/>
                  </a:lnTo>
                  <a:lnTo>
                    <a:pt x="6138671" y="1310386"/>
                  </a:lnTo>
                  <a:lnTo>
                    <a:pt x="6138671" y="94741"/>
                  </a:lnTo>
                  <a:lnTo>
                    <a:pt x="6131226" y="57864"/>
                  </a:lnTo>
                  <a:lnTo>
                    <a:pt x="6110922" y="27749"/>
                  </a:lnTo>
                  <a:lnTo>
                    <a:pt x="6080807" y="7445"/>
                  </a:lnTo>
                  <a:lnTo>
                    <a:pt x="6043929" y="0"/>
                  </a:lnTo>
                  <a:close/>
                </a:path>
              </a:pathLst>
            </a:custGeom>
            <a:solidFill>
              <a:srgbClr val="0030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" name="object 27"/>
            <p:cNvSpPr/>
            <p:nvPr/>
          </p:nvSpPr>
          <p:spPr>
            <a:xfrm>
              <a:off x="7600320" y="4192560"/>
              <a:ext cx="6138720" cy="1404720"/>
            </a:xfrm>
            <a:custGeom>
              <a:avLst/>
              <a:gdLst>
                <a:gd name="textAreaLeft" fmla="*/ 0 w 6138720"/>
                <a:gd name="textAreaRight" fmla="*/ 6139080 w 6138720"/>
                <a:gd name="textAreaTop" fmla="*/ 0 h 1404720"/>
                <a:gd name="textAreaBottom" fmla="*/ 1405080 h 1404720"/>
              </a:gdLst>
              <a:ahLst/>
              <a:cxnLst/>
              <a:rect l="textAreaLeft" t="textAreaTop" r="textAreaRight" b="textAreaBottom"/>
              <a:pathLst>
                <a:path w="6139180" h="1405254">
                  <a:moveTo>
                    <a:pt x="0" y="94741"/>
                  </a:moveTo>
                  <a:lnTo>
                    <a:pt x="7445" y="57864"/>
                  </a:lnTo>
                  <a:lnTo>
                    <a:pt x="27749" y="27749"/>
                  </a:lnTo>
                  <a:lnTo>
                    <a:pt x="57864" y="7445"/>
                  </a:lnTo>
                  <a:lnTo>
                    <a:pt x="94741" y="0"/>
                  </a:lnTo>
                  <a:lnTo>
                    <a:pt x="6043929" y="0"/>
                  </a:lnTo>
                  <a:lnTo>
                    <a:pt x="6080807" y="7445"/>
                  </a:lnTo>
                  <a:lnTo>
                    <a:pt x="6110922" y="27749"/>
                  </a:lnTo>
                  <a:lnTo>
                    <a:pt x="6131226" y="57864"/>
                  </a:lnTo>
                  <a:lnTo>
                    <a:pt x="6138671" y="94741"/>
                  </a:lnTo>
                  <a:lnTo>
                    <a:pt x="6138671" y="1310386"/>
                  </a:lnTo>
                  <a:lnTo>
                    <a:pt x="6131226" y="1347263"/>
                  </a:lnTo>
                  <a:lnTo>
                    <a:pt x="6110922" y="1377378"/>
                  </a:lnTo>
                  <a:lnTo>
                    <a:pt x="6080807" y="1397682"/>
                  </a:lnTo>
                  <a:lnTo>
                    <a:pt x="6043929" y="1405127"/>
                  </a:lnTo>
                  <a:lnTo>
                    <a:pt x="94741" y="1405127"/>
                  </a:lnTo>
                  <a:lnTo>
                    <a:pt x="57864" y="1397682"/>
                  </a:lnTo>
                  <a:lnTo>
                    <a:pt x="27749" y="1377378"/>
                  </a:lnTo>
                  <a:lnTo>
                    <a:pt x="7445" y="1347263"/>
                  </a:lnTo>
                  <a:lnTo>
                    <a:pt x="0" y="1310386"/>
                  </a:lnTo>
                  <a:lnTo>
                    <a:pt x="0" y="94741"/>
                  </a:lnTo>
                  <a:close/>
                </a:path>
              </a:pathLst>
            </a:custGeom>
            <a:noFill/>
            <a:ln w="9144">
              <a:solidFill>
                <a:srgbClr val="1849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57" name="object 28"/>
          <p:cNvSpPr/>
          <p:nvPr/>
        </p:nvSpPr>
        <p:spPr>
          <a:xfrm>
            <a:off x="7819920" y="4401360"/>
            <a:ext cx="3271680" cy="92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4040" rIns="0" bIns="0" anchor="t">
            <a:spAutoFit/>
          </a:bodyPr>
          <a:p>
            <a:pPr marL="12600">
              <a:lnSpc>
                <a:spcPct val="100000"/>
              </a:lnSpc>
              <a:spcBef>
                <a:spcPts val="111"/>
              </a:spcBef>
            </a:pPr>
            <a:r>
              <a:rPr lang="en-IN" sz="2200" b="0" u="none" spc="210" strike="noStrike">
                <a:solidFill>
                  <a:srgbClr val="E1E6E9"/>
                </a:solidFill>
                <a:effectLst/>
                <a:uFillTx/>
                <a:latin typeface="Cambria"/>
              </a:rPr>
              <a:t>Time</a:t>
            </a:r>
            <a:r>
              <a:rPr lang="en-IN" sz="2200" b="0" u="none" spc="-11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2200" b="0" u="none" spc="204" strike="noStrike">
                <a:solidFill>
                  <a:srgbClr val="E1E6E9"/>
                </a:solidFill>
                <a:effectLst/>
                <a:uFillTx/>
                <a:latin typeface="Cambria"/>
              </a:rPr>
              <a:t>Management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2356"/>
              </a:spcBef>
            </a:pPr>
            <a:r>
              <a:rPr lang="en-IN" sz="1750" b="0" u="none" spc="111" strike="noStrike">
                <a:solidFill>
                  <a:srgbClr val="E1E6E9"/>
                </a:solidFill>
                <a:effectLst/>
                <a:uFillTx/>
                <a:latin typeface="Cambria"/>
              </a:rPr>
              <a:t>Weekly</a:t>
            </a:r>
            <a:r>
              <a:rPr lang="en-IN" sz="1750" b="0" u="none" spc="6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1750" b="0" u="none" spc="139" strike="noStrike">
                <a:solidFill>
                  <a:srgbClr val="E1E6E9"/>
                </a:solidFill>
                <a:effectLst/>
                <a:uFillTx/>
                <a:latin typeface="Cambria"/>
              </a:rPr>
              <a:t>planning</a:t>
            </a:r>
            <a:r>
              <a:rPr lang="en-IN" sz="1750" b="0" u="none" spc="96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1750" b="0" u="none" spc="119" strike="noStrike">
                <a:solidFill>
                  <a:srgbClr val="E1E6E9"/>
                </a:solidFill>
                <a:effectLst/>
                <a:uFillTx/>
                <a:latin typeface="Cambria"/>
              </a:rPr>
              <a:t>&amp;</a:t>
            </a:r>
            <a:r>
              <a:rPr lang="en-IN" sz="1750" b="0" u="none" spc="26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1750" b="0" u="none" spc="111" strike="noStrike">
                <a:solidFill>
                  <a:srgbClr val="E1E6E9"/>
                </a:solidFill>
                <a:effectLst/>
                <a:uFillTx/>
                <a:latin typeface="Cambria"/>
              </a:rPr>
              <a:t>execution.</a:t>
            </a:r>
            <a:endParaRPr lang="en-IN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58" name="object 29"/>
          <p:cNvGrpSpPr/>
          <p:nvPr/>
        </p:nvGrpSpPr>
        <p:grpSpPr>
          <a:xfrm>
            <a:off x="7600320" y="5823360"/>
            <a:ext cx="6138720" cy="1401840"/>
            <a:chOff x="7600320" y="5823360"/>
            <a:chExt cx="6138720" cy="1401840"/>
          </a:xfrm>
        </p:grpSpPr>
        <p:sp>
          <p:nvSpPr>
            <p:cNvPr id="159" name="object 30"/>
            <p:cNvSpPr/>
            <p:nvPr/>
          </p:nvSpPr>
          <p:spPr>
            <a:xfrm>
              <a:off x="7600320" y="5823360"/>
              <a:ext cx="6138720" cy="1401840"/>
            </a:xfrm>
            <a:custGeom>
              <a:avLst/>
              <a:gdLst>
                <a:gd name="textAreaLeft" fmla="*/ 0 w 6138720"/>
                <a:gd name="textAreaRight" fmla="*/ 6139080 w 6138720"/>
                <a:gd name="textAreaTop" fmla="*/ 0 h 1401840"/>
                <a:gd name="textAreaBottom" fmla="*/ 1402200 h 1401840"/>
              </a:gdLst>
              <a:ahLst/>
              <a:cxnLst/>
              <a:rect l="textAreaLeft" t="textAreaTop" r="textAreaRight" b="textAreaBottom"/>
              <a:pathLst>
                <a:path w="6139180" h="1402079">
                  <a:moveTo>
                    <a:pt x="6044183" y="0"/>
                  </a:moveTo>
                  <a:lnTo>
                    <a:pt x="94487" y="0"/>
                  </a:lnTo>
                  <a:lnTo>
                    <a:pt x="57703" y="7423"/>
                  </a:lnTo>
                  <a:lnTo>
                    <a:pt x="27670" y="27670"/>
                  </a:lnTo>
                  <a:lnTo>
                    <a:pt x="7423" y="57703"/>
                  </a:lnTo>
                  <a:lnTo>
                    <a:pt x="0" y="94488"/>
                  </a:lnTo>
                  <a:lnTo>
                    <a:pt x="0" y="1307541"/>
                  </a:lnTo>
                  <a:lnTo>
                    <a:pt x="7423" y="1344338"/>
                  </a:lnTo>
                  <a:lnTo>
                    <a:pt x="27670" y="1374389"/>
                  </a:lnTo>
                  <a:lnTo>
                    <a:pt x="57703" y="1394650"/>
                  </a:lnTo>
                  <a:lnTo>
                    <a:pt x="94487" y="1402080"/>
                  </a:lnTo>
                  <a:lnTo>
                    <a:pt x="6044183" y="1402080"/>
                  </a:lnTo>
                  <a:lnTo>
                    <a:pt x="6080968" y="1394650"/>
                  </a:lnTo>
                  <a:lnTo>
                    <a:pt x="6111001" y="1374389"/>
                  </a:lnTo>
                  <a:lnTo>
                    <a:pt x="6131248" y="1344338"/>
                  </a:lnTo>
                  <a:lnTo>
                    <a:pt x="6138671" y="1307541"/>
                  </a:lnTo>
                  <a:lnTo>
                    <a:pt x="6138671" y="94488"/>
                  </a:lnTo>
                  <a:lnTo>
                    <a:pt x="6131248" y="57703"/>
                  </a:lnTo>
                  <a:lnTo>
                    <a:pt x="6111001" y="27670"/>
                  </a:lnTo>
                  <a:lnTo>
                    <a:pt x="6080968" y="7423"/>
                  </a:lnTo>
                  <a:lnTo>
                    <a:pt x="6044183" y="0"/>
                  </a:lnTo>
                  <a:close/>
                </a:path>
              </a:pathLst>
            </a:custGeom>
            <a:solidFill>
              <a:srgbClr val="0030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" name="object 31"/>
            <p:cNvSpPr/>
            <p:nvPr/>
          </p:nvSpPr>
          <p:spPr>
            <a:xfrm>
              <a:off x="7600320" y="5823360"/>
              <a:ext cx="6138720" cy="1401840"/>
            </a:xfrm>
            <a:custGeom>
              <a:avLst/>
              <a:gdLst>
                <a:gd name="textAreaLeft" fmla="*/ 0 w 6138720"/>
                <a:gd name="textAreaRight" fmla="*/ 6139080 w 6138720"/>
                <a:gd name="textAreaTop" fmla="*/ 0 h 1401840"/>
                <a:gd name="textAreaBottom" fmla="*/ 1402200 h 1401840"/>
              </a:gdLst>
              <a:ahLst/>
              <a:cxnLst/>
              <a:rect l="textAreaLeft" t="textAreaTop" r="textAreaRight" b="textAreaBottom"/>
              <a:pathLst>
                <a:path w="6139180" h="1402079">
                  <a:moveTo>
                    <a:pt x="0" y="94488"/>
                  </a:moveTo>
                  <a:lnTo>
                    <a:pt x="7423" y="57703"/>
                  </a:lnTo>
                  <a:lnTo>
                    <a:pt x="27670" y="27670"/>
                  </a:lnTo>
                  <a:lnTo>
                    <a:pt x="57703" y="7423"/>
                  </a:lnTo>
                  <a:lnTo>
                    <a:pt x="94487" y="0"/>
                  </a:lnTo>
                  <a:lnTo>
                    <a:pt x="6044183" y="0"/>
                  </a:lnTo>
                  <a:lnTo>
                    <a:pt x="6080968" y="7423"/>
                  </a:lnTo>
                  <a:lnTo>
                    <a:pt x="6111001" y="27670"/>
                  </a:lnTo>
                  <a:lnTo>
                    <a:pt x="6131248" y="57703"/>
                  </a:lnTo>
                  <a:lnTo>
                    <a:pt x="6138671" y="94488"/>
                  </a:lnTo>
                  <a:lnTo>
                    <a:pt x="6138671" y="1307541"/>
                  </a:lnTo>
                  <a:lnTo>
                    <a:pt x="6131248" y="1344338"/>
                  </a:lnTo>
                  <a:lnTo>
                    <a:pt x="6111001" y="1374389"/>
                  </a:lnTo>
                  <a:lnTo>
                    <a:pt x="6080968" y="1394650"/>
                  </a:lnTo>
                  <a:lnTo>
                    <a:pt x="6044183" y="1402080"/>
                  </a:lnTo>
                  <a:lnTo>
                    <a:pt x="94487" y="1402080"/>
                  </a:lnTo>
                  <a:lnTo>
                    <a:pt x="57703" y="1394650"/>
                  </a:lnTo>
                  <a:lnTo>
                    <a:pt x="27670" y="1374389"/>
                  </a:lnTo>
                  <a:lnTo>
                    <a:pt x="7423" y="1344338"/>
                  </a:lnTo>
                  <a:lnTo>
                    <a:pt x="0" y="1307541"/>
                  </a:lnTo>
                  <a:lnTo>
                    <a:pt x="0" y="94488"/>
                  </a:lnTo>
                  <a:close/>
                </a:path>
              </a:pathLst>
            </a:custGeom>
            <a:noFill/>
            <a:ln w="9144">
              <a:solidFill>
                <a:srgbClr val="1849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1" name="object 32"/>
          <p:cNvSpPr/>
          <p:nvPr/>
        </p:nvSpPr>
        <p:spPr>
          <a:xfrm>
            <a:off x="7819920" y="6031080"/>
            <a:ext cx="3925800" cy="92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4040" rIns="0" bIns="0" anchor="t">
            <a:spAutoFit/>
          </a:bodyPr>
          <a:p>
            <a:pPr marL="12600">
              <a:lnSpc>
                <a:spcPct val="100000"/>
              </a:lnSpc>
              <a:spcBef>
                <a:spcPts val="111"/>
              </a:spcBef>
            </a:pPr>
            <a:r>
              <a:rPr lang="en-IN" sz="2200" b="0" u="none" spc="190" strike="noStrike">
                <a:solidFill>
                  <a:srgbClr val="E1E6E9"/>
                </a:solidFill>
                <a:effectLst/>
                <a:uFillTx/>
                <a:latin typeface="Cambria"/>
              </a:rPr>
              <a:t>Communication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2356"/>
              </a:spcBef>
            </a:pPr>
            <a:r>
              <a:rPr lang="en-IN" sz="1750" b="0" u="none" spc="119" strike="noStrike">
                <a:solidFill>
                  <a:srgbClr val="E1E6E9"/>
                </a:solidFill>
                <a:effectLst/>
                <a:uFillTx/>
                <a:latin typeface="Cambria"/>
              </a:rPr>
              <a:t>Effective</a:t>
            </a:r>
            <a:r>
              <a:rPr lang="en-IN" sz="1750" b="0" u="none" spc="40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1750" b="0" u="none" spc="136" strike="noStrike">
                <a:solidFill>
                  <a:srgbClr val="E1E6E9"/>
                </a:solidFill>
                <a:effectLst/>
                <a:uFillTx/>
                <a:latin typeface="Cambria"/>
              </a:rPr>
              <a:t>documentation</a:t>
            </a:r>
            <a:r>
              <a:rPr lang="en-IN" sz="1750" b="0" u="none" spc="79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1750" b="0" u="none" spc="119" strike="noStrike">
                <a:solidFill>
                  <a:srgbClr val="E1E6E9"/>
                </a:solidFill>
                <a:effectLst/>
                <a:uFillTx/>
                <a:latin typeface="Cambria"/>
              </a:rPr>
              <a:t>&amp;</a:t>
            </a:r>
            <a:r>
              <a:rPr lang="en-IN" sz="1750" b="0" u="none" spc="31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1750" b="0" u="none" spc="105" strike="noStrike">
                <a:solidFill>
                  <a:srgbClr val="E1E6E9"/>
                </a:solidFill>
                <a:effectLst/>
                <a:uFillTx/>
                <a:latin typeface="Cambria"/>
              </a:rPr>
              <a:t>updates.</a:t>
            </a:r>
            <a:endParaRPr lang="en-IN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object 2"/>
          <p:cNvPicPr/>
          <p:nvPr/>
        </p:nvPicPr>
        <p:blipFill>
          <a:blip r:embed="rId1"/>
          <a:stretch/>
        </p:blipFill>
        <p:spPr>
          <a:xfrm>
            <a:off x="9144000" y="0"/>
            <a:ext cx="5486040" cy="82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693720" y="442440"/>
            <a:ext cx="13242240" cy="1697040"/>
          </a:xfrm>
          <a:prstGeom prst="rect">
            <a:avLst/>
          </a:prstGeom>
          <a:noFill/>
          <a:ln w="0">
            <a:noFill/>
          </a:ln>
        </p:spPr>
        <p:txBody>
          <a:bodyPr lIns="0" tIns="1332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105"/>
              </a:spcBef>
              <a:buNone/>
            </a:pPr>
            <a:r>
              <a:rPr lang="en-IN" sz="3450" b="0" u="none" spc="241" strike="noStrike">
                <a:solidFill>
                  <a:srgbClr val="F5EFEF"/>
                </a:solidFill>
                <a:effectLst/>
                <a:uFillTx/>
                <a:latin typeface="Cambria"/>
              </a:rPr>
              <a:t>Key</a:t>
            </a:r>
            <a:r>
              <a:rPr lang="en-IN" sz="3450" b="0" u="none" spc="31" strike="noStrike">
                <a:solidFill>
                  <a:srgbClr val="F5EFEF"/>
                </a:solidFill>
                <a:effectLst/>
                <a:uFillTx/>
                <a:latin typeface="Cambria"/>
              </a:rPr>
              <a:t> </a:t>
            </a:r>
            <a:r>
              <a:rPr lang="en-IN" sz="3450" b="0" u="none" spc="244" strike="noStrike">
                <a:solidFill>
                  <a:srgbClr val="F5EFEF"/>
                </a:solidFill>
                <a:effectLst/>
                <a:uFillTx/>
                <a:latin typeface="Cambria"/>
              </a:rPr>
              <a:t>Takeaways</a:t>
            </a:r>
            <a:r>
              <a:rPr lang="en-IN" sz="3450" b="0" u="none" spc="34" strike="noStrike">
                <a:solidFill>
                  <a:srgbClr val="F5EFEF"/>
                </a:solidFill>
                <a:effectLst/>
                <a:uFillTx/>
                <a:latin typeface="Cambria"/>
              </a:rPr>
              <a:t> </a:t>
            </a:r>
            <a:r>
              <a:rPr lang="en-IN" sz="3450" b="0" u="none" spc="235" strike="noStrike">
                <a:solidFill>
                  <a:srgbClr val="F5EFEF"/>
                </a:solidFill>
                <a:effectLst/>
                <a:uFillTx/>
                <a:latin typeface="Cambria"/>
              </a:rPr>
              <a:t>&amp;</a:t>
            </a:r>
            <a:r>
              <a:rPr lang="en-IN" sz="3450" b="0" u="none" spc="71" strike="noStrike">
                <a:solidFill>
                  <a:srgbClr val="F5EFEF"/>
                </a:solidFill>
                <a:effectLst/>
                <a:uFillTx/>
                <a:latin typeface="Cambria"/>
              </a:rPr>
              <a:t> </a:t>
            </a:r>
            <a:r>
              <a:rPr lang="en-IN" sz="3450" b="0" u="none" spc="230" strike="noStrike">
                <a:solidFill>
                  <a:srgbClr val="F5EFEF"/>
                </a:solidFill>
                <a:effectLst/>
                <a:uFillTx/>
                <a:latin typeface="Cambria"/>
              </a:rPr>
              <a:t>Gratitude</a:t>
            </a:r>
            <a:endParaRPr lang="en-IN" sz="345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pSp>
        <p:nvGrpSpPr>
          <p:cNvPr id="164" name="object 4"/>
          <p:cNvGrpSpPr/>
          <p:nvPr/>
        </p:nvGrpSpPr>
        <p:grpSpPr>
          <a:xfrm>
            <a:off x="708480" y="1302840"/>
            <a:ext cx="7729560" cy="1740240"/>
            <a:chOff x="708480" y="1302840"/>
            <a:chExt cx="7729560" cy="1740240"/>
          </a:xfrm>
        </p:grpSpPr>
        <p:sp>
          <p:nvSpPr>
            <p:cNvPr id="165" name="object 5"/>
            <p:cNvSpPr/>
            <p:nvPr/>
          </p:nvSpPr>
          <p:spPr>
            <a:xfrm>
              <a:off x="708480" y="1302840"/>
              <a:ext cx="7729560" cy="1740240"/>
            </a:xfrm>
            <a:custGeom>
              <a:avLst/>
              <a:gdLst>
                <a:gd name="textAreaLeft" fmla="*/ 0 w 7729560"/>
                <a:gd name="textAreaRight" fmla="*/ 7729920 w 7729560"/>
                <a:gd name="textAreaTop" fmla="*/ 0 h 1740240"/>
                <a:gd name="textAreaBottom" fmla="*/ 1740600 h 1740240"/>
              </a:gdLst>
              <a:ahLst/>
              <a:cxnLst/>
              <a:rect l="textAreaLeft" t="textAreaTop" r="textAreaRight" b="textAreaBottom"/>
              <a:pathLst>
                <a:path w="7729855" h="1740535">
                  <a:moveTo>
                    <a:pt x="7655433" y="0"/>
                  </a:moveTo>
                  <a:lnTo>
                    <a:pt x="74244" y="0"/>
                  </a:lnTo>
                  <a:lnTo>
                    <a:pt x="45343" y="5840"/>
                  </a:lnTo>
                  <a:lnTo>
                    <a:pt x="21743" y="21764"/>
                  </a:lnTo>
                  <a:lnTo>
                    <a:pt x="5833" y="45380"/>
                  </a:lnTo>
                  <a:lnTo>
                    <a:pt x="0" y="74295"/>
                  </a:lnTo>
                  <a:lnTo>
                    <a:pt x="0" y="1666113"/>
                  </a:lnTo>
                  <a:lnTo>
                    <a:pt x="5833" y="1695027"/>
                  </a:lnTo>
                  <a:lnTo>
                    <a:pt x="21743" y="1718643"/>
                  </a:lnTo>
                  <a:lnTo>
                    <a:pt x="45343" y="1734567"/>
                  </a:lnTo>
                  <a:lnTo>
                    <a:pt x="74244" y="1740407"/>
                  </a:lnTo>
                  <a:lnTo>
                    <a:pt x="7655433" y="1740407"/>
                  </a:lnTo>
                  <a:lnTo>
                    <a:pt x="7684347" y="1734567"/>
                  </a:lnTo>
                  <a:lnTo>
                    <a:pt x="7707963" y="1718643"/>
                  </a:lnTo>
                  <a:lnTo>
                    <a:pt x="7723887" y="1695027"/>
                  </a:lnTo>
                  <a:lnTo>
                    <a:pt x="7729728" y="1666113"/>
                  </a:lnTo>
                  <a:lnTo>
                    <a:pt x="7729728" y="74295"/>
                  </a:lnTo>
                  <a:lnTo>
                    <a:pt x="7723887" y="45380"/>
                  </a:lnTo>
                  <a:lnTo>
                    <a:pt x="7707963" y="21764"/>
                  </a:lnTo>
                  <a:lnTo>
                    <a:pt x="7684347" y="5840"/>
                  </a:lnTo>
                  <a:lnTo>
                    <a:pt x="7655433" y="0"/>
                  </a:lnTo>
                  <a:close/>
                </a:path>
              </a:pathLst>
            </a:custGeom>
            <a:solidFill>
              <a:srgbClr val="0030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6" name="object 6"/>
            <p:cNvSpPr/>
            <p:nvPr/>
          </p:nvSpPr>
          <p:spPr>
            <a:xfrm>
              <a:off x="708480" y="1302840"/>
              <a:ext cx="7729560" cy="1740240"/>
            </a:xfrm>
            <a:custGeom>
              <a:avLst/>
              <a:gdLst>
                <a:gd name="textAreaLeft" fmla="*/ 0 w 7729560"/>
                <a:gd name="textAreaRight" fmla="*/ 7729920 w 7729560"/>
                <a:gd name="textAreaTop" fmla="*/ 0 h 1740240"/>
                <a:gd name="textAreaBottom" fmla="*/ 1740600 h 1740240"/>
              </a:gdLst>
              <a:ahLst/>
              <a:cxnLst/>
              <a:rect l="textAreaLeft" t="textAreaTop" r="textAreaRight" b="textAreaBottom"/>
              <a:pathLst>
                <a:path w="7729855" h="1740535">
                  <a:moveTo>
                    <a:pt x="0" y="74295"/>
                  </a:moveTo>
                  <a:lnTo>
                    <a:pt x="5833" y="45380"/>
                  </a:lnTo>
                  <a:lnTo>
                    <a:pt x="21743" y="21764"/>
                  </a:lnTo>
                  <a:lnTo>
                    <a:pt x="45343" y="5840"/>
                  </a:lnTo>
                  <a:lnTo>
                    <a:pt x="74244" y="0"/>
                  </a:lnTo>
                  <a:lnTo>
                    <a:pt x="7655433" y="0"/>
                  </a:lnTo>
                  <a:lnTo>
                    <a:pt x="7684347" y="5840"/>
                  </a:lnTo>
                  <a:lnTo>
                    <a:pt x="7707963" y="21764"/>
                  </a:lnTo>
                  <a:lnTo>
                    <a:pt x="7723887" y="45380"/>
                  </a:lnTo>
                  <a:lnTo>
                    <a:pt x="7729728" y="74295"/>
                  </a:lnTo>
                  <a:lnTo>
                    <a:pt x="7729728" y="1666113"/>
                  </a:lnTo>
                  <a:lnTo>
                    <a:pt x="7723887" y="1695027"/>
                  </a:lnTo>
                  <a:lnTo>
                    <a:pt x="7707963" y="1718643"/>
                  </a:lnTo>
                  <a:lnTo>
                    <a:pt x="7684347" y="1734567"/>
                  </a:lnTo>
                  <a:lnTo>
                    <a:pt x="7655433" y="1740407"/>
                  </a:lnTo>
                  <a:lnTo>
                    <a:pt x="74244" y="1740407"/>
                  </a:lnTo>
                  <a:lnTo>
                    <a:pt x="45343" y="1734567"/>
                  </a:lnTo>
                  <a:lnTo>
                    <a:pt x="21743" y="1718643"/>
                  </a:lnTo>
                  <a:lnTo>
                    <a:pt x="5833" y="1695027"/>
                  </a:lnTo>
                  <a:lnTo>
                    <a:pt x="0" y="1666113"/>
                  </a:lnTo>
                  <a:lnTo>
                    <a:pt x="0" y="74295"/>
                  </a:lnTo>
                  <a:close/>
                </a:path>
              </a:pathLst>
            </a:custGeom>
            <a:noFill/>
            <a:ln w="9144">
              <a:solidFill>
                <a:srgbClr val="1849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7" name="object 7"/>
            <p:cNvSpPr/>
            <p:nvPr/>
          </p:nvSpPr>
          <p:spPr>
            <a:xfrm>
              <a:off x="889920" y="1487520"/>
              <a:ext cx="530640" cy="527400"/>
            </a:xfrm>
            <a:custGeom>
              <a:avLst/>
              <a:gdLst>
                <a:gd name="textAreaLeft" fmla="*/ 0 w 530640"/>
                <a:gd name="textAreaRight" fmla="*/ 531000 w 530640"/>
                <a:gd name="textAreaTop" fmla="*/ 0 h 527400"/>
                <a:gd name="textAreaBottom" fmla="*/ 527760 h 527400"/>
              </a:gdLst>
              <a:ahLst/>
              <a:cxnLst/>
              <a:rect l="textAreaLeft" t="textAreaTop" r="textAreaRight" b="textAreaBottom"/>
              <a:pathLst>
                <a:path w="530860" h="527685">
                  <a:moveTo>
                    <a:pt x="266700" y="0"/>
                  </a:moveTo>
                  <a:lnTo>
                    <a:pt x="263652" y="0"/>
                  </a:lnTo>
                  <a:lnTo>
                    <a:pt x="216261" y="4245"/>
                  </a:lnTo>
                  <a:lnTo>
                    <a:pt x="171657" y="16488"/>
                  </a:lnTo>
                  <a:lnTo>
                    <a:pt x="130584" y="35983"/>
                  </a:lnTo>
                  <a:lnTo>
                    <a:pt x="93786" y="61988"/>
                  </a:lnTo>
                  <a:lnTo>
                    <a:pt x="62009" y="93760"/>
                  </a:lnTo>
                  <a:lnTo>
                    <a:pt x="35997" y="130555"/>
                  </a:lnTo>
                  <a:lnTo>
                    <a:pt x="16495" y="171631"/>
                  </a:lnTo>
                  <a:lnTo>
                    <a:pt x="4247" y="216244"/>
                  </a:lnTo>
                  <a:lnTo>
                    <a:pt x="0" y="263651"/>
                  </a:lnTo>
                  <a:lnTo>
                    <a:pt x="4247" y="311059"/>
                  </a:lnTo>
                  <a:lnTo>
                    <a:pt x="16495" y="355672"/>
                  </a:lnTo>
                  <a:lnTo>
                    <a:pt x="35997" y="396748"/>
                  </a:lnTo>
                  <a:lnTo>
                    <a:pt x="62009" y="433543"/>
                  </a:lnTo>
                  <a:lnTo>
                    <a:pt x="93786" y="465315"/>
                  </a:lnTo>
                  <a:lnTo>
                    <a:pt x="130584" y="491320"/>
                  </a:lnTo>
                  <a:lnTo>
                    <a:pt x="171657" y="510815"/>
                  </a:lnTo>
                  <a:lnTo>
                    <a:pt x="216261" y="523058"/>
                  </a:lnTo>
                  <a:lnTo>
                    <a:pt x="263652" y="527303"/>
                  </a:lnTo>
                  <a:lnTo>
                    <a:pt x="266700" y="527303"/>
                  </a:lnTo>
                  <a:lnTo>
                    <a:pt x="314107" y="523058"/>
                  </a:lnTo>
                  <a:lnTo>
                    <a:pt x="358720" y="510815"/>
                  </a:lnTo>
                  <a:lnTo>
                    <a:pt x="399795" y="491320"/>
                  </a:lnTo>
                  <a:lnTo>
                    <a:pt x="436591" y="465315"/>
                  </a:lnTo>
                  <a:lnTo>
                    <a:pt x="468363" y="433543"/>
                  </a:lnTo>
                  <a:lnTo>
                    <a:pt x="494368" y="396748"/>
                  </a:lnTo>
                  <a:lnTo>
                    <a:pt x="513863" y="355672"/>
                  </a:lnTo>
                  <a:lnTo>
                    <a:pt x="526106" y="311059"/>
                  </a:lnTo>
                  <a:lnTo>
                    <a:pt x="530352" y="263651"/>
                  </a:lnTo>
                  <a:lnTo>
                    <a:pt x="526106" y="216244"/>
                  </a:lnTo>
                  <a:lnTo>
                    <a:pt x="513863" y="171631"/>
                  </a:lnTo>
                  <a:lnTo>
                    <a:pt x="494368" y="130555"/>
                  </a:lnTo>
                  <a:lnTo>
                    <a:pt x="468363" y="93760"/>
                  </a:lnTo>
                  <a:lnTo>
                    <a:pt x="436591" y="61988"/>
                  </a:lnTo>
                  <a:lnTo>
                    <a:pt x="399796" y="35983"/>
                  </a:lnTo>
                  <a:lnTo>
                    <a:pt x="358720" y="16488"/>
                  </a:lnTo>
                  <a:lnTo>
                    <a:pt x="314107" y="4245"/>
                  </a:lnTo>
                  <a:lnTo>
                    <a:pt x="266700" y="0"/>
                  </a:lnTo>
                  <a:close/>
                </a:path>
              </a:pathLst>
            </a:custGeom>
            <a:solidFill>
              <a:srgbClr val="5F9D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68" name="object 8"/>
            <p:cNvPicPr/>
            <p:nvPr/>
          </p:nvPicPr>
          <p:blipFill>
            <a:blip r:embed="rId2"/>
            <a:stretch/>
          </p:blipFill>
          <p:spPr>
            <a:xfrm>
              <a:off x="1036440" y="1630800"/>
              <a:ext cx="237240" cy="24048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69" name="object 9"/>
          <p:cNvSpPr/>
          <p:nvPr/>
        </p:nvSpPr>
        <p:spPr>
          <a:xfrm>
            <a:off x="878040" y="2174760"/>
            <a:ext cx="343044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IN" sz="1700" b="0" u="none" spc="201" strike="noStrike">
                <a:solidFill>
                  <a:srgbClr val="E1E6E9"/>
                </a:solidFill>
                <a:effectLst/>
                <a:uFillTx/>
                <a:latin typeface="Cambria"/>
              </a:rPr>
              <a:t>Full-</a:t>
            </a:r>
            <a:r>
              <a:rPr lang="en-IN" sz="1700" b="0" u="none" spc="130" strike="noStrike">
                <a:solidFill>
                  <a:srgbClr val="E1E6E9"/>
                </a:solidFill>
                <a:effectLst/>
                <a:uFillTx/>
                <a:latin typeface="Cambria"/>
              </a:rPr>
              <a:t>Stack</a:t>
            </a:r>
            <a:r>
              <a:rPr lang="en-IN" sz="1700" b="0" u="none" spc="-26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1700" b="0" u="none" spc="125" strike="noStrike">
                <a:solidFill>
                  <a:srgbClr val="E1E6E9"/>
                </a:solidFill>
                <a:effectLst/>
                <a:uFillTx/>
                <a:latin typeface="Cambria"/>
              </a:rPr>
              <a:t>Mastery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310"/>
              </a:spcBef>
            </a:pPr>
            <a:r>
              <a:rPr lang="en-IN" sz="1350" b="0" u="none" spc="85" strike="noStrike">
                <a:solidFill>
                  <a:srgbClr val="E1E6E9"/>
                </a:solidFill>
                <a:effectLst/>
                <a:uFillTx/>
                <a:latin typeface="Cambria"/>
              </a:rPr>
              <a:t>Proficient</a:t>
            </a:r>
            <a:r>
              <a:rPr lang="en-IN" sz="1350" b="0" u="none" spc="71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1350" b="0" u="none" spc="105" strike="noStrike">
                <a:solidFill>
                  <a:srgbClr val="E1E6E9"/>
                </a:solidFill>
                <a:effectLst/>
                <a:uFillTx/>
                <a:latin typeface="Cambria"/>
              </a:rPr>
              <a:t>in</a:t>
            </a:r>
            <a:r>
              <a:rPr lang="en-IN" sz="1350" b="0" u="none" spc="14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1350" b="0" u="none" spc="96" strike="noStrike">
                <a:solidFill>
                  <a:srgbClr val="E1E6E9"/>
                </a:solidFill>
                <a:effectLst/>
                <a:uFillTx/>
                <a:latin typeface="Cambria"/>
              </a:rPr>
              <a:t>React,</a:t>
            </a:r>
            <a:r>
              <a:rPr lang="en-IN" sz="1350" b="0" u="none" spc="79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1350" b="0" u="none" spc="99" strike="noStrike">
                <a:solidFill>
                  <a:srgbClr val="E1E6E9"/>
                </a:solidFill>
                <a:effectLst/>
                <a:uFillTx/>
                <a:latin typeface="Cambria"/>
              </a:rPr>
              <a:t>Spring</a:t>
            </a:r>
            <a:r>
              <a:rPr lang="en-IN" sz="1350" b="0" u="none" spc="71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1350" b="0" u="none" spc="99" strike="noStrike">
                <a:solidFill>
                  <a:srgbClr val="E1E6E9"/>
                </a:solidFill>
                <a:effectLst/>
                <a:uFillTx/>
                <a:latin typeface="Cambria"/>
              </a:rPr>
              <a:t>Boot,</a:t>
            </a:r>
            <a:r>
              <a:rPr lang="en-IN" sz="1350" b="0" u="none" spc="54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1350" b="0" u="none" spc="105" strike="noStrike">
                <a:solidFill>
                  <a:srgbClr val="E1E6E9"/>
                </a:solidFill>
                <a:effectLst/>
                <a:uFillTx/>
                <a:latin typeface="Cambria"/>
              </a:rPr>
              <a:t>MySQL.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70" name="object 10"/>
          <p:cNvGrpSpPr/>
          <p:nvPr/>
        </p:nvGrpSpPr>
        <p:grpSpPr>
          <a:xfrm>
            <a:off x="708480" y="3220200"/>
            <a:ext cx="7729560" cy="1737000"/>
            <a:chOff x="708480" y="3220200"/>
            <a:chExt cx="7729560" cy="1737000"/>
          </a:xfrm>
        </p:grpSpPr>
        <p:sp>
          <p:nvSpPr>
            <p:cNvPr id="171" name="object 11"/>
            <p:cNvSpPr/>
            <p:nvPr/>
          </p:nvSpPr>
          <p:spPr>
            <a:xfrm>
              <a:off x="708480" y="3220200"/>
              <a:ext cx="7729560" cy="1737000"/>
            </a:xfrm>
            <a:custGeom>
              <a:avLst/>
              <a:gdLst>
                <a:gd name="textAreaLeft" fmla="*/ 0 w 7729560"/>
                <a:gd name="textAreaRight" fmla="*/ 7729920 w 7729560"/>
                <a:gd name="textAreaTop" fmla="*/ 0 h 1737000"/>
                <a:gd name="textAreaBottom" fmla="*/ 1737360 h 1737000"/>
              </a:gdLst>
              <a:ahLst/>
              <a:cxnLst/>
              <a:rect l="textAreaLeft" t="textAreaTop" r="textAreaRight" b="textAreaBottom"/>
              <a:pathLst>
                <a:path w="7729855" h="1737360">
                  <a:moveTo>
                    <a:pt x="7655560" y="0"/>
                  </a:moveTo>
                  <a:lnTo>
                    <a:pt x="74117" y="0"/>
                  </a:lnTo>
                  <a:lnTo>
                    <a:pt x="45268" y="5820"/>
                  </a:lnTo>
                  <a:lnTo>
                    <a:pt x="21709" y="21701"/>
                  </a:lnTo>
                  <a:lnTo>
                    <a:pt x="5824" y="45273"/>
                  </a:lnTo>
                  <a:lnTo>
                    <a:pt x="0" y="74167"/>
                  </a:lnTo>
                  <a:lnTo>
                    <a:pt x="0" y="1663191"/>
                  </a:lnTo>
                  <a:lnTo>
                    <a:pt x="5824" y="1692086"/>
                  </a:lnTo>
                  <a:lnTo>
                    <a:pt x="21709" y="1715658"/>
                  </a:lnTo>
                  <a:lnTo>
                    <a:pt x="45268" y="1731539"/>
                  </a:lnTo>
                  <a:lnTo>
                    <a:pt x="74117" y="1737360"/>
                  </a:lnTo>
                  <a:lnTo>
                    <a:pt x="7655560" y="1737360"/>
                  </a:lnTo>
                  <a:lnTo>
                    <a:pt x="7684454" y="1731539"/>
                  </a:lnTo>
                  <a:lnTo>
                    <a:pt x="7708026" y="1715658"/>
                  </a:lnTo>
                  <a:lnTo>
                    <a:pt x="7723907" y="1692086"/>
                  </a:lnTo>
                  <a:lnTo>
                    <a:pt x="7729728" y="1663191"/>
                  </a:lnTo>
                  <a:lnTo>
                    <a:pt x="7729728" y="74167"/>
                  </a:lnTo>
                  <a:lnTo>
                    <a:pt x="7723907" y="45273"/>
                  </a:lnTo>
                  <a:lnTo>
                    <a:pt x="7708026" y="21701"/>
                  </a:lnTo>
                  <a:lnTo>
                    <a:pt x="7684454" y="5820"/>
                  </a:lnTo>
                  <a:lnTo>
                    <a:pt x="7655560" y="0"/>
                  </a:lnTo>
                  <a:close/>
                </a:path>
              </a:pathLst>
            </a:custGeom>
            <a:solidFill>
              <a:srgbClr val="0030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2" name="object 12"/>
            <p:cNvSpPr/>
            <p:nvPr/>
          </p:nvSpPr>
          <p:spPr>
            <a:xfrm>
              <a:off x="708480" y="3220200"/>
              <a:ext cx="7729560" cy="1737000"/>
            </a:xfrm>
            <a:custGeom>
              <a:avLst/>
              <a:gdLst>
                <a:gd name="textAreaLeft" fmla="*/ 0 w 7729560"/>
                <a:gd name="textAreaRight" fmla="*/ 7729920 w 7729560"/>
                <a:gd name="textAreaTop" fmla="*/ 0 h 1737000"/>
                <a:gd name="textAreaBottom" fmla="*/ 1737360 h 1737000"/>
              </a:gdLst>
              <a:ahLst/>
              <a:cxnLst/>
              <a:rect l="textAreaLeft" t="textAreaTop" r="textAreaRight" b="textAreaBottom"/>
              <a:pathLst>
                <a:path w="7729855" h="1737360">
                  <a:moveTo>
                    <a:pt x="0" y="74167"/>
                  </a:moveTo>
                  <a:lnTo>
                    <a:pt x="5824" y="45273"/>
                  </a:lnTo>
                  <a:lnTo>
                    <a:pt x="21709" y="21701"/>
                  </a:lnTo>
                  <a:lnTo>
                    <a:pt x="45268" y="5820"/>
                  </a:lnTo>
                  <a:lnTo>
                    <a:pt x="74117" y="0"/>
                  </a:lnTo>
                  <a:lnTo>
                    <a:pt x="7655560" y="0"/>
                  </a:lnTo>
                  <a:lnTo>
                    <a:pt x="7684454" y="5820"/>
                  </a:lnTo>
                  <a:lnTo>
                    <a:pt x="7708026" y="21701"/>
                  </a:lnTo>
                  <a:lnTo>
                    <a:pt x="7723907" y="45273"/>
                  </a:lnTo>
                  <a:lnTo>
                    <a:pt x="7729728" y="74167"/>
                  </a:lnTo>
                  <a:lnTo>
                    <a:pt x="7729728" y="1663191"/>
                  </a:lnTo>
                  <a:lnTo>
                    <a:pt x="7723907" y="1692086"/>
                  </a:lnTo>
                  <a:lnTo>
                    <a:pt x="7708026" y="1715658"/>
                  </a:lnTo>
                  <a:lnTo>
                    <a:pt x="7684454" y="1731539"/>
                  </a:lnTo>
                  <a:lnTo>
                    <a:pt x="7655560" y="1737360"/>
                  </a:lnTo>
                  <a:lnTo>
                    <a:pt x="74117" y="1737360"/>
                  </a:lnTo>
                  <a:lnTo>
                    <a:pt x="45268" y="1731539"/>
                  </a:lnTo>
                  <a:lnTo>
                    <a:pt x="21709" y="1715658"/>
                  </a:lnTo>
                  <a:lnTo>
                    <a:pt x="5824" y="1692086"/>
                  </a:lnTo>
                  <a:lnTo>
                    <a:pt x="0" y="1663191"/>
                  </a:lnTo>
                  <a:lnTo>
                    <a:pt x="0" y="74167"/>
                  </a:lnTo>
                  <a:close/>
                </a:path>
              </a:pathLst>
            </a:custGeom>
            <a:noFill/>
            <a:ln w="9144">
              <a:solidFill>
                <a:srgbClr val="1849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3" name="object 13"/>
            <p:cNvSpPr/>
            <p:nvPr/>
          </p:nvSpPr>
          <p:spPr>
            <a:xfrm>
              <a:off x="889920" y="3401640"/>
              <a:ext cx="530640" cy="530640"/>
            </a:xfrm>
            <a:custGeom>
              <a:avLst/>
              <a:gdLst>
                <a:gd name="textAreaLeft" fmla="*/ 0 w 530640"/>
                <a:gd name="textAreaRight" fmla="*/ 531000 w 530640"/>
                <a:gd name="textAreaTop" fmla="*/ 0 h 530640"/>
                <a:gd name="textAreaBottom" fmla="*/ 531000 h 530640"/>
              </a:gdLst>
              <a:ahLst/>
              <a:cxnLst/>
              <a:rect l="textAreaLeft" t="textAreaTop" r="textAreaRight" b="textAreaBottom"/>
              <a:pathLst>
                <a:path w="530860" h="530860">
                  <a:moveTo>
                    <a:pt x="265175" y="0"/>
                  </a:moveTo>
                  <a:lnTo>
                    <a:pt x="217509" y="4273"/>
                  </a:lnTo>
                  <a:lnTo>
                    <a:pt x="172645" y="16592"/>
                  </a:lnTo>
                  <a:lnTo>
                    <a:pt x="131334" y="36209"/>
                  </a:lnTo>
                  <a:lnTo>
                    <a:pt x="94324" y="62373"/>
                  </a:lnTo>
                  <a:lnTo>
                    <a:pt x="62364" y="94335"/>
                  </a:lnTo>
                  <a:lnTo>
                    <a:pt x="36203" y="131346"/>
                  </a:lnTo>
                  <a:lnTo>
                    <a:pt x="16589" y="172656"/>
                  </a:lnTo>
                  <a:lnTo>
                    <a:pt x="4272" y="217515"/>
                  </a:lnTo>
                  <a:lnTo>
                    <a:pt x="0" y="265176"/>
                  </a:lnTo>
                  <a:lnTo>
                    <a:pt x="4272" y="312836"/>
                  </a:lnTo>
                  <a:lnTo>
                    <a:pt x="16589" y="357695"/>
                  </a:lnTo>
                  <a:lnTo>
                    <a:pt x="36203" y="399005"/>
                  </a:lnTo>
                  <a:lnTo>
                    <a:pt x="62364" y="436016"/>
                  </a:lnTo>
                  <a:lnTo>
                    <a:pt x="94324" y="467978"/>
                  </a:lnTo>
                  <a:lnTo>
                    <a:pt x="131334" y="494142"/>
                  </a:lnTo>
                  <a:lnTo>
                    <a:pt x="172645" y="513759"/>
                  </a:lnTo>
                  <a:lnTo>
                    <a:pt x="217509" y="526078"/>
                  </a:lnTo>
                  <a:lnTo>
                    <a:pt x="265175" y="530352"/>
                  </a:lnTo>
                  <a:lnTo>
                    <a:pt x="312836" y="526078"/>
                  </a:lnTo>
                  <a:lnTo>
                    <a:pt x="357695" y="513759"/>
                  </a:lnTo>
                  <a:lnTo>
                    <a:pt x="399005" y="494142"/>
                  </a:lnTo>
                  <a:lnTo>
                    <a:pt x="436016" y="467978"/>
                  </a:lnTo>
                  <a:lnTo>
                    <a:pt x="467978" y="436016"/>
                  </a:lnTo>
                  <a:lnTo>
                    <a:pt x="494142" y="399005"/>
                  </a:lnTo>
                  <a:lnTo>
                    <a:pt x="513759" y="357695"/>
                  </a:lnTo>
                  <a:lnTo>
                    <a:pt x="526078" y="312836"/>
                  </a:lnTo>
                  <a:lnTo>
                    <a:pt x="530352" y="265176"/>
                  </a:lnTo>
                  <a:lnTo>
                    <a:pt x="526078" y="217515"/>
                  </a:lnTo>
                  <a:lnTo>
                    <a:pt x="513759" y="172656"/>
                  </a:lnTo>
                  <a:lnTo>
                    <a:pt x="494142" y="131346"/>
                  </a:lnTo>
                  <a:lnTo>
                    <a:pt x="467978" y="94335"/>
                  </a:lnTo>
                  <a:lnTo>
                    <a:pt x="436016" y="62373"/>
                  </a:lnTo>
                  <a:lnTo>
                    <a:pt x="399005" y="36209"/>
                  </a:lnTo>
                  <a:lnTo>
                    <a:pt x="357695" y="16592"/>
                  </a:lnTo>
                  <a:lnTo>
                    <a:pt x="312836" y="4273"/>
                  </a:lnTo>
                  <a:lnTo>
                    <a:pt x="265175" y="0"/>
                  </a:lnTo>
                  <a:close/>
                </a:path>
              </a:pathLst>
            </a:custGeom>
            <a:solidFill>
              <a:srgbClr val="5F9D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74" name="object 14"/>
            <p:cNvPicPr/>
            <p:nvPr/>
          </p:nvPicPr>
          <p:blipFill>
            <a:blip r:embed="rId3"/>
            <a:stretch/>
          </p:blipFill>
          <p:spPr>
            <a:xfrm>
              <a:off x="1036440" y="3547800"/>
              <a:ext cx="237240" cy="2372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75" name="object 15"/>
          <p:cNvSpPr/>
          <p:nvPr/>
        </p:nvSpPr>
        <p:spPr>
          <a:xfrm>
            <a:off x="878040" y="4090680"/>
            <a:ext cx="408204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IN" sz="1700" b="0" u="none" spc="113" strike="noStrike">
                <a:solidFill>
                  <a:srgbClr val="E1E6E9"/>
                </a:solidFill>
                <a:effectLst/>
                <a:uFillTx/>
                <a:latin typeface="Cambria"/>
              </a:rPr>
              <a:t>Structured</a:t>
            </a:r>
            <a:r>
              <a:rPr lang="en-IN" sz="1700" b="0" u="none" spc="-31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1700" b="0" u="none" spc="139" strike="noStrike">
                <a:solidFill>
                  <a:srgbClr val="E1E6E9"/>
                </a:solidFill>
                <a:effectLst/>
                <a:uFillTx/>
                <a:latin typeface="Cambria"/>
              </a:rPr>
              <a:t>Thinking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315"/>
              </a:spcBef>
            </a:pPr>
            <a:r>
              <a:rPr lang="en-IN" sz="1350" b="0" u="none" spc="99" strike="noStrike">
                <a:solidFill>
                  <a:srgbClr val="E1E6E9"/>
                </a:solidFill>
                <a:effectLst/>
                <a:uFillTx/>
                <a:latin typeface="Cambria"/>
              </a:rPr>
              <a:t>Systematic,</a:t>
            </a:r>
            <a:r>
              <a:rPr lang="en-IN" sz="1350" b="0" u="none" spc="105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1350" b="0" u="none" spc="125" strike="noStrike">
                <a:solidFill>
                  <a:srgbClr val="E1E6E9"/>
                </a:solidFill>
                <a:effectLst/>
                <a:uFillTx/>
                <a:latin typeface="Cambria"/>
              </a:rPr>
              <a:t>milestone-</a:t>
            </a:r>
            <a:r>
              <a:rPr lang="en-IN" sz="1350" b="0" u="none" spc="79" strike="noStrike">
                <a:solidFill>
                  <a:srgbClr val="E1E6E9"/>
                </a:solidFill>
                <a:effectLst/>
                <a:uFillTx/>
                <a:latin typeface="Cambria"/>
              </a:rPr>
              <a:t>driven</a:t>
            </a:r>
            <a:r>
              <a:rPr lang="en-IN" sz="1350" b="0" u="none" spc="119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1350" b="0" u="none" spc="130" strike="noStrike">
                <a:solidFill>
                  <a:srgbClr val="E1E6E9"/>
                </a:solidFill>
                <a:effectLst/>
                <a:uFillTx/>
                <a:latin typeface="Cambria"/>
              </a:rPr>
              <a:t>problem-</a:t>
            </a:r>
            <a:r>
              <a:rPr lang="en-IN" sz="1350" b="0" u="none" spc="91" strike="noStrike">
                <a:solidFill>
                  <a:srgbClr val="E1E6E9"/>
                </a:solidFill>
                <a:effectLst/>
                <a:uFillTx/>
                <a:latin typeface="Cambria"/>
              </a:rPr>
              <a:t>solving.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76" name="object 16"/>
          <p:cNvGrpSpPr/>
          <p:nvPr/>
        </p:nvGrpSpPr>
        <p:grpSpPr>
          <a:xfrm>
            <a:off x="708480" y="5134320"/>
            <a:ext cx="7729560" cy="1737000"/>
            <a:chOff x="708480" y="5134320"/>
            <a:chExt cx="7729560" cy="1737000"/>
          </a:xfrm>
        </p:grpSpPr>
        <p:sp>
          <p:nvSpPr>
            <p:cNvPr id="177" name="object 17"/>
            <p:cNvSpPr/>
            <p:nvPr/>
          </p:nvSpPr>
          <p:spPr>
            <a:xfrm>
              <a:off x="708480" y="5134320"/>
              <a:ext cx="7729560" cy="1737000"/>
            </a:xfrm>
            <a:custGeom>
              <a:avLst/>
              <a:gdLst>
                <a:gd name="textAreaLeft" fmla="*/ 0 w 7729560"/>
                <a:gd name="textAreaRight" fmla="*/ 7729920 w 7729560"/>
                <a:gd name="textAreaTop" fmla="*/ 0 h 1737000"/>
                <a:gd name="textAreaBottom" fmla="*/ 1737360 h 1737000"/>
              </a:gdLst>
              <a:ahLst/>
              <a:cxnLst/>
              <a:rect l="textAreaLeft" t="textAreaTop" r="textAreaRight" b="textAreaBottom"/>
              <a:pathLst>
                <a:path w="7729855" h="1737359">
                  <a:moveTo>
                    <a:pt x="7655560" y="0"/>
                  </a:moveTo>
                  <a:lnTo>
                    <a:pt x="74117" y="0"/>
                  </a:lnTo>
                  <a:lnTo>
                    <a:pt x="45268" y="5820"/>
                  </a:lnTo>
                  <a:lnTo>
                    <a:pt x="21709" y="21701"/>
                  </a:lnTo>
                  <a:lnTo>
                    <a:pt x="5824" y="45273"/>
                  </a:lnTo>
                  <a:lnTo>
                    <a:pt x="0" y="74168"/>
                  </a:lnTo>
                  <a:lnTo>
                    <a:pt x="0" y="1663192"/>
                  </a:lnTo>
                  <a:lnTo>
                    <a:pt x="5824" y="1692086"/>
                  </a:lnTo>
                  <a:lnTo>
                    <a:pt x="21709" y="1715658"/>
                  </a:lnTo>
                  <a:lnTo>
                    <a:pt x="45268" y="1731539"/>
                  </a:lnTo>
                  <a:lnTo>
                    <a:pt x="74117" y="1737360"/>
                  </a:lnTo>
                  <a:lnTo>
                    <a:pt x="7655560" y="1737360"/>
                  </a:lnTo>
                  <a:lnTo>
                    <a:pt x="7684454" y="1731539"/>
                  </a:lnTo>
                  <a:lnTo>
                    <a:pt x="7708026" y="1715658"/>
                  </a:lnTo>
                  <a:lnTo>
                    <a:pt x="7723907" y="1692086"/>
                  </a:lnTo>
                  <a:lnTo>
                    <a:pt x="7729728" y="1663192"/>
                  </a:lnTo>
                  <a:lnTo>
                    <a:pt x="7729728" y="74168"/>
                  </a:lnTo>
                  <a:lnTo>
                    <a:pt x="7723907" y="45273"/>
                  </a:lnTo>
                  <a:lnTo>
                    <a:pt x="7708026" y="21701"/>
                  </a:lnTo>
                  <a:lnTo>
                    <a:pt x="7684454" y="5820"/>
                  </a:lnTo>
                  <a:lnTo>
                    <a:pt x="7655560" y="0"/>
                  </a:lnTo>
                  <a:close/>
                </a:path>
              </a:pathLst>
            </a:custGeom>
            <a:solidFill>
              <a:srgbClr val="0030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8" name="object 18"/>
            <p:cNvSpPr/>
            <p:nvPr/>
          </p:nvSpPr>
          <p:spPr>
            <a:xfrm>
              <a:off x="708480" y="5134320"/>
              <a:ext cx="7729560" cy="1737000"/>
            </a:xfrm>
            <a:custGeom>
              <a:avLst/>
              <a:gdLst>
                <a:gd name="textAreaLeft" fmla="*/ 0 w 7729560"/>
                <a:gd name="textAreaRight" fmla="*/ 7729920 w 7729560"/>
                <a:gd name="textAreaTop" fmla="*/ 0 h 1737000"/>
                <a:gd name="textAreaBottom" fmla="*/ 1737360 h 1737000"/>
              </a:gdLst>
              <a:ahLst/>
              <a:cxnLst/>
              <a:rect l="textAreaLeft" t="textAreaTop" r="textAreaRight" b="textAreaBottom"/>
              <a:pathLst>
                <a:path w="7729855" h="1737359">
                  <a:moveTo>
                    <a:pt x="0" y="74168"/>
                  </a:moveTo>
                  <a:lnTo>
                    <a:pt x="5824" y="45273"/>
                  </a:lnTo>
                  <a:lnTo>
                    <a:pt x="21709" y="21701"/>
                  </a:lnTo>
                  <a:lnTo>
                    <a:pt x="45268" y="5820"/>
                  </a:lnTo>
                  <a:lnTo>
                    <a:pt x="74117" y="0"/>
                  </a:lnTo>
                  <a:lnTo>
                    <a:pt x="7655560" y="0"/>
                  </a:lnTo>
                  <a:lnTo>
                    <a:pt x="7684454" y="5820"/>
                  </a:lnTo>
                  <a:lnTo>
                    <a:pt x="7708026" y="21701"/>
                  </a:lnTo>
                  <a:lnTo>
                    <a:pt x="7723907" y="45273"/>
                  </a:lnTo>
                  <a:lnTo>
                    <a:pt x="7729728" y="74168"/>
                  </a:lnTo>
                  <a:lnTo>
                    <a:pt x="7729728" y="1663192"/>
                  </a:lnTo>
                  <a:lnTo>
                    <a:pt x="7723907" y="1692086"/>
                  </a:lnTo>
                  <a:lnTo>
                    <a:pt x="7708026" y="1715658"/>
                  </a:lnTo>
                  <a:lnTo>
                    <a:pt x="7684454" y="1731539"/>
                  </a:lnTo>
                  <a:lnTo>
                    <a:pt x="7655560" y="1737360"/>
                  </a:lnTo>
                  <a:lnTo>
                    <a:pt x="74117" y="1737360"/>
                  </a:lnTo>
                  <a:lnTo>
                    <a:pt x="45268" y="1731539"/>
                  </a:lnTo>
                  <a:lnTo>
                    <a:pt x="21709" y="1715658"/>
                  </a:lnTo>
                  <a:lnTo>
                    <a:pt x="5824" y="1692086"/>
                  </a:lnTo>
                  <a:lnTo>
                    <a:pt x="0" y="1663192"/>
                  </a:lnTo>
                  <a:lnTo>
                    <a:pt x="0" y="74168"/>
                  </a:lnTo>
                  <a:close/>
                </a:path>
              </a:pathLst>
            </a:custGeom>
            <a:noFill/>
            <a:ln w="9144">
              <a:solidFill>
                <a:srgbClr val="1849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9" name="object 19"/>
            <p:cNvSpPr/>
            <p:nvPr/>
          </p:nvSpPr>
          <p:spPr>
            <a:xfrm>
              <a:off x="889920" y="5315760"/>
              <a:ext cx="530640" cy="530640"/>
            </a:xfrm>
            <a:custGeom>
              <a:avLst/>
              <a:gdLst>
                <a:gd name="textAreaLeft" fmla="*/ 0 w 530640"/>
                <a:gd name="textAreaRight" fmla="*/ 531000 w 530640"/>
                <a:gd name="textAreaTop" fmla="*/ 0 h 530640"/>
                <a:gd name="textAreaBottom" fmla="*/ 531000 h 530640"/>
              </a:gdLst>
              <a:ahLst/>
              <a:cxnLst/>
              <a:rect l="textAreaLeft" t="textAreaTop" r="textAreaRight" b="textAreaBottom"/>
              <a:pathLst>
                <a:path w="530860" h="530860">
                  <a:moveTo>
                    <a:pt x="265175" y="0"/>
                  </a:moveTo>
                  <a:lnTo>
                    <a:pt x="217509" y="4273"/>
                  </a:lnTo>
                  <a:lnTo>
                    <a:pt x="172645" y="16592"/>
                  </a:lnTo>
                  <a:lnTo>
                    <a:pt x="131334" y="36209"/>
                  </a:lnTo>
                  <a:lnTo>
                    <a:pt x="94324" y="62373"/>
                  </a:lnTo>
                  <a:lnTo>
                    <a:pt x="62364" y="94335"/>
                  </a:lnTo>
                  <a:lnTo>
                    <a:pt x="36203" y="131346"/>
                  </a:lnTo>
                  <a:lnTo>
                    <a:pt x="16589" y="172656"/>
                  </a:lnTo>
                  <a:lnTo>
                    <a:pt x="4272" y="217515"/>
                  </a:lnTo>
                  <a:lnTo>
                    <a:pt x="0" y="265175"/>
                  </a:lnTo>
                  <a:lnTo>
                    <a:pt x="4272" y="312836"/>
                  </a:lnTo>
                  <a:lnTo>
                    <a:pt x="16589" y="357695"/>
                  </a:lnTo>
                  <a:lnTo>
                    <a:pt x="36203" y="399005"/>
                  </a:lnTo>
                  <a:lnTo>
                    <a:pt x="62364" y="436016"/>
                  </a:lnTo>
                  <a:lnTo>
                    <a:pt x="94324" y="467978"/>
                  </a:lnTo>
                  <a:lnTo>
                    <a:pt x="131334" y="494142"/>
                  </a:lnTo>
                  <a:lnTo>
                    <a:pt x="172645" y="513759"/>
                  </a:lnTo>
                  <a:lnTo>
                    <a:pt x="217509" y="526078"/>
                  </a:lnTo>
                  <a:lnTo>
                    <a:pt x="265175" y="530351"/>
                  </a:lnTo>
                  <a:lnTo>
                    <a:pt x="312836" y="526078"/>
                  </a:lnTo>
                  <a:lnTo>
                    <a:pt x="357695" y="513759"/>
                  </a:lnTo>
                  <a:lnTo>
                    <a:pt x="399005" y="494142"/>
                  </a:lnTo>
                  <a:lnTo>
                    <a:pt x="436016" y="467978"/>
                  </a:lnTo>
                  <a:lnTo>
                    <a:pt x="467978" y="436016"/>
                  </a:lnTo>
                  <a:lnTo>
                    <a:pt x="494142" y="399005"/>
                  </a:lnTo>
                  <a:lnTo>
                    <a:pt x="513759" y="357695"/>
                  </a:lnTo>
                  <a:lnTo>
                    <a:pt x="526078" y="312836"/>
                  </a:lnTo>
                  <a:lnTo>
                    <a:pt x="530352" y="265175"/>
                  </a:lnTo>
                  <a:lnTo>
                    <a:pt x="526078" y="217515"/>
                  </a:lnTo>
                  <a:lnTo>
                    <a:pt x="513759" y="172656"/>
                  </a:lnTo>
                  <a:lnTo>
                    <a:pt x="494142" y="131346"/>
                  </a:lnTo>
                  <a:lnTo>
                    <a:pt x="467978" y="94335"/>
                  </a:lnTo>
                  <a:lnTo>
                    <a:pt x="436016" y="62373"/>
                  </a:lnTo>
                  <a:lnTo>
                    <a:pt x="399005" y="36209"/>
                  </a:lnTo>
                  <a:lnTo>
                    <a:pt x="357695" y="16592"/>
                  </a:lnTo>
                  <a:lnTo>
                    <a:pt x="312836" y="4273"/>
                  </a:lnTo>
                  <a:lnTo>
                    <a:pt x="265175" y="0"/>
                  </a:lnTo>
                  <a:close/>
                </a:path>
              </a:pathLst>
            </a:custGeom>
            <a:solidFill>
              <a:srgbClr val="5F9D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80" name="object 20"/>
            <p:cNvPicPr/>
            <p:nvPr/>
          </p:nvPicPr>
          <p:blipFill>
            <a:blip r:embed="rId4"/>
            <a:stretch/>
          </p:blipFill>
          <p:spPr>
            <a:xfrm>
              <a:off x="1036440" y="5461920"/>
              <a:ext cx="237240" cy="2372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81" name="object 21"/>
          <p:cNvSpPr/>
          <p:nvPr/>
        </p:nvSpPr>
        <p:spPr>
          <a:xfrm>
            <a:off x="878040" y="6006960"/>
            <a:ext cx="362988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700" b="0" u="none" spc="111" strike="noStrike">
                <a:solidFill>
                  <a:srgbClr val="E1E6E9"/>
                </a:solidFill>
                <a:effectLst/>
                <a:uFillTx/>
                <a:latin typeface="Cambria"/>
              </a:rPr>
              <a:t>Practical</a:t>
            </a:r>
            <a:r>
              <a:rPr lang="en-IN" sz="1700" b="0" u="none" spc="-11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1700" b="0" u="none" spc="105" strike="noStrike">
                <a:solidFill>
                  <a:srgbClr val="E1E6E9"/>
                </a:solidFill>
                <a:effectLst/>
                <a:uFillTx/>
                <a:latin typeface="Cambria"/>
              </a:rPr>
              <a:t>Application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321"/>
              </a:spcBef>
            </a:pPr>
            <a:r>
              <a:rPr lang="en-IN" sz="1350" b="0" u="none" spc="79" strike="noStrike">
                <a:solidFill>
                  <a:srgbClr val="E1E6E9"/>
                </a:solidFill>
                <a:effectLst/>
                <a:uFillTx/>
                <a:latin typeface="Cambria"/>
              </a:rPr>
              <a:t>Applied</a:t>
            </a:r>
            <a:r>
              <a:rPr lang="en-IN" sz="1350" b="0" u="none" spc="71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1350" b="0" u="none" spc="91" strike="noStrike">
                <a:solidFill>
                  <a:srgbClr val="E1E6E9"/>
                </a:solidFill>
                <a:effectLst/>
                <a:uFillTx/>
                <a:latin typeface="Cambria"/>
              </a:rPr>
              <a:t>concepts</a:t>
            </a:r>
            <a:r>
              <a:rPr lang="en-IN" sz="1350" b="0" u="none" spc="54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1350" b="0" u="none" spc="91" strike="noStrike">
                <a:solidFill>
                  <a:srgbClr val="E1E6E9"/>
                </a:solidFill>
                <a:effectLst/>
                <a:uFillTx/>
                <a:latin typeface="Cambria"/>
              </a:rPr>
              <a:t>to</a:t>
            </a:r>
            <a:r>
              <a:rPr lang="en-IN" sz="1350" b="0" u="none" spc="34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1350" b="0" u="none" spc="136" strike="noStrike">
                <a:solidFill>
                  <a:srgbClr val="E1E6E9"/>
                </a:solidFill>
                <a:effectLst/>
                <a:uFillTx/>
                <a:latin typeface="Cambria"/>
              </a:rPr>
              <a:t>real-</a:t>
            </a:r>
            <a:r>
              <a:rPr lang="en-IN" sz="1350" b="0" u="none" spc="79" strike="noStrike">
                <a:solidFill>
                  <a:srgbClr val="E1E6E9"/>
                </a:solidFill>
                <a:effectLst/>
                <a:uFillTx/>
                <a:latin typeface="Cambria"/>
              </a:rPr>
              <a:t>world</a:t>
            </a:r>
            <a:r>
              <a:rPr lang="en-IN" sz="1350" b="0" u="none" spc="45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1350" b="0" u="none" spc="79" strike="noStrike">
                <a:solidFill>
                  <a:srgbClr val="E1E6E9"/>
                </a:solidFill>
                <a:effectLst/>
                <a:uFillTx/>
                <a:latin typeface="Cambria"/>
              </a:rPr>
              <a:t>challenges.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object 22"/>
          <p:cNvSpPr/>
          <p:nvPr/>
        </p:nvSpPr>
        <p:spPr>
          <a:xfrm>
            <a:off x="958680" y="7298640"/>
            <a:ext cx="5213160" cy="23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1520" rIns="0" bIns="0" anchor="t">
            <a:spAutoFit/>
          </a:bodyPr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lang="en-IN" sz="1350" b="1" u="none" spc="20" strike="noStrike">
                <a:solidFill>
                  <a:srgbClr val="E1E6E9"/>
                </a:solidFill>
                <a:effectLst/>
                <a:uFillTx/>
                <a:latin typeface="Cambria"/>
              </a:rPr>
              <a:t>Special</a:t>
            </a:r>
            <a:r>
              <a:rPr lang="en-IN" sz="1350" b="1" u="none" spc="-54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1350" b="1" u="none" spc="51" strike="noStrike">
                <a:solidFill>
                  <a:srgbClr val="E1E6E9"/>
                </a:solidFill>
                <a:effectLst/>
                <a:uFillTx/>
                <a:latin typeface="Cambria"/>
              </a:rPr>
              <a:t>Thanks:</a:t>
            </a:r>
            <a:r>
              <a:rPr lang="en-IN" sz="1350" b="1" u="none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1350" b="0" u="none" spc="85" strike="noStrike">
                <a:solidFill>
                  <a:srgbClr val="E1E6E9"/>
                </a:solidFill>
                <a:effectLst/>
                <a:uFillTx/>
                <a:latin typeface="Cambria"/>
              </a:rPr>
              <a:t>Grateful</a:t>
            </a:r>
            <a:r>
              <a:rPr lang="en-IN" sz="1350" b="0" u="none" spc="125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1350" b="0" u="none" spc="91" strike="noStrike">
                <a:solidFill>
                  <a:srgbClr val="E1E6E9"/>
                </a:solidFill>
                <a:effectLst/>
                <a:uFillTx/>
                <a:latin typeface="Cambria"/>
              </a:rPr>
              <a:t>to</a:t>
            </a:r>
            <a:r>
              <a:rPr lang="en-IN" sz="1350" b="0" u="none" spc="71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1350" b="0" u="none" spc="99" strike="noStrike">
                <a:solidFill>
                  <a:srgbClr val="E1E6E9"/>
                </a:solidFill>
                <a:effectLst/>
                <a:uFillTx/>
                <a:latin typeface="Cambria"/>
              </a:rPr>
              <a:t>Infosys</a:t>
            </a:r>
            <a:r>
              <a:rPr lang="en-IN" sz="1350" b="0" u="none" spc="113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1350" b="0" u="none" spc="91" strike="noStrike">
                <a:solidFill>
                  <a:srgbClr val="E1E6E9"/>
                </a:solidFill>
                <a:effectLst/>
                <a:uFillTx/>
                <a:latin typeface="Cambria"/>
              </a:rPr>
              <a:t>Springboard</a:t>
            </a:r>
            <a:r>
              <a:rPr lang="en-IN" sz="1350" b="0" u="none" spc="99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1350" b="0" u="none" spc="96" strike="noStrike">
                <a:solidFill>
                  <a:srgbClr val="E1E6E9"/>
                </a:solidFill>
                <a:effectLst/>
                <a:uFillTx/>
                <a:latin typeface="Cambria"/>
              </a:rPr>
              <a:t>and</a:t>
            </a:r>
            <a:r>
              <a:rPr lang="en-IN" sz="1350" b="0" u="none" spc="105" strike="noStrike">
                <a:solidFill>
                  <a:srgbClr val="E1E6E9"/>
                </a:solidFill>
                <a:effectLst/>
                <a:uFillTx/>
                <a:latin typeface="Cambria"/>
              </a:rPr>
              <a:t> </a:t>
            </a:r>
            <a:r>
              <a:rPr lang="en-IN" sz="1350" b="0" u="none" spc="91" strike="noStrike">
                <a:solidFill>
                  <a:srgbClr val="E1E6E9"/>
                </a:solidFill>
                <a:effectLst/>
                <a:uFillTx/>
                <a:latin typeface="Cambria"/>
              </a:rPr>
              <a:t>mentors.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object 23"/>
          <p:cNvSpPr/>
          <p:nvPr/>
        </p:nvSpPr>
        <p:spPr>
          <a:xfrm>
            <a:off x="707040" y="7071480"/>
            <a:ext cx="21240" cy="679680"/>
          </a:xfrm>
          <a:custGeom>
            <a:avLst/>
            <a:gdLst>
              <a:gd name="textAreaLeft" fmla="*/ 0 w 21240"/>
              <a:gd name="textAreaRight" fmla="*/ 21600 w 21240"/>
              <a:gd name="textAreaTop" fmla="*/ 0 h 679680"/>
              <a:gd name="textAreaBottom" fmla="*/ 680040 h 679680"/>
            </a:gdLst>
            <a:ahLst/>
            <a:cxnLst/>
            <a:rect l="textAreaLeft" t="textAreaTop" r="textAreaRight" b="textAreaBottom"/>
            <a:pathLst>
              <a:path w="21590" h="680084">
                <a:moveTo>
                  <a:pt x="21335" y="0"/>
                </a:moveTo>
                <a:lnTo>
                  <a:pt x="0" y="0"/>
                </a:lnTo>
                <a:lnTo>
                  <a:pt x="0" y="679704"/>
                </a:lnTo>
                <a:lnTo>
                  <a:pt x="21335" y="679704"/>
                </a:lnTo>
                <a:lnTo>
                  <a:pt x="21335" y="0"/>
                </a:lnTo>
                <a:close/>
              </a:path>
            </a:pathLst>
          </a:custGeom>
          <a:solidFill>
            <a:srgbClr val="5F9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LibreOffice/26.2.1.2$Linux_X86_64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2025-12-19T03:55:50Z</dcterms:created>
  <dc:creator/>
  <dc:description/>
  <dc:language>en-IN</dc:language>
  <cp:lastModifiedBy/>
  <dcterms:modified xsi:type="dcterms:W3CDTF">2026-03-20T20:46:44Z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2025-12-19T00:00:00Z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2025-12-19T00:00:00Z</vt:filetime>
  </property>
  <property fmtid="{D5CDD505-2E9C-101B-9397-08002B2CF9AE}" pid="5" name="PresentationFormat">
    <vt:lpwstr>On-screen Show (4:3)</vt:lpwstr>
  </property>
  <property fmtid="{D5CDD505-2E9C-101B-9397-08002B2CF9AE}" pid="6" name="Producer">
    <vt:lpwstr>3.0.30 (5.1.14) </vt:lpwstr>
  </property>
</Properties>
</file>